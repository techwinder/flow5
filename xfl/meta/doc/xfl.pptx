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259" r:id="rId4"/>
    <p:sldId id="260" r:id="rId5"/>
    <p:sldId id="261" r:id="rId6"/>
    <p:sldId id="263" r:id="rId7"/>
    <p:sldId id="267" r:id="rId8"/>
    <p:sldId id="266" r:id="rId9"/>
    <p:sldId id="270" r:id="rId10"/>
    <p:sldId id="273" r:id="rId11"/>
    <p:sldId id="271" r:id="rId12"/>
    <p:sldId id="272" r:id="rId13"/>
    <p:sldId id="268" r:id="rId14"/>
  </p:sldIdLst>
  <p:sldSz cx="10691813" cy="7559675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3" autoAdjust="0"/>
  </p:normalViewPr>
  <p:slideViewPr>
    <p:cSldViewPr snapToGrid="0">
      <p:cViewPr varScale="1">
        <p:scale>
          <a:sx n="103" d="100"/>
          <a:sy n="103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E68783-105B-4838-899F-05587F6D6B7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grc-GR" sz="1400" b="0" i="0" u="none" strike="noStrike" kern="1200" cap="none">
              <a:ln>
                <a:noFill/>
              </a:ln>
              <a:latin typeface="Noto Sans" pitchFamily="34"/>
              <a:ea typeface="Droid Sans Fallback" pitchFamily="2"/>
              <a:cs typeface="Droid Sans Devanagar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2BE20-0BD9-44BB-B056-A9D6507F7E2A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>
            <a:no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grc-GR" sz="1400" b="0" i="0" u="none" strike="noStrike" kern="1200" cap="none">
              <a:ln>
                <a:noFill/>
              </a:ln>
              <a:latin typeface="Noto Sans" pitchFamily="34"/>
              <a:ea typeface="Droid Sans Fallback" pitchFamily="2"/>
              <a:cs typeface="Droid Sans Devanagar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22E0A-4035-4215-AF96-4767F36C34BA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grc-GR" sz="1400" b="0" i="0" u="none" strike="noStrike" kern="1200" cap="none">
              <a:ln>
                <a:noFill/>
              </a:ln>
              <a:latin typeface="Noto Sans" pitchFamily="34"/>
              <a:ea typeface="Droid Sans Fallback" pitchFamily="2"/>
              <a:cs typeface="Droid Sans Devanagar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B936C-0F8F-47FA-AFAF-F9FF7C5AB7D0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0">
            <a:no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29B89F92-289D-4B69-898F-C2957F0E3F5A}" type="slidenum">
              <a:t>‹#›</a:t>
            </a:fld>
            <a:endParaRPr lang="grc-GR" sz="1400" b="0" i="0" u="none" strike="noStrike" kern="1200" cap="none">
              <a:ln>
                <a:noFill/>
              </a:ln>
              <a:latin typeface="Noto Sans" pitchFamily="34"/>
              <a:ea typeface="Droid Sans Fallback" pitchFamily="2"/>
              <a:cs typeface="Droid Sans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2012221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CD18F-EC34-4B2E-A752-23EFF1E1A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44563" y="812800"/>
            <a:ext cx="5670550" cy="400843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F4380-829C-41E8-B60C-88F37CBBE18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2A781FA-D2BA-4B46-86F5-DE2A8CFC629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Roboto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2799F-48F3-4DB6-8074-9C52A665600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Roboto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43BEB-0293-40DE-AFBE-86A9E0379008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Roboto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7D120-807E-487F-9199-C1B3905168E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Roboto" pitchFamily="2"/>
              </a:defRPr>
            </a:lvl1pPr>
          </a:lstStyle>
          <a:p>
            <a:pPr lvl="0"/>
            <a:fld id="{2F0F3264-5DEB-40ED-ADC1-66612A8BAE5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803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GB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CA7D0-C7A7-4155-B4B6-12DDA14E245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D367440-B43F-408C-BED7-7D767C953BEE}" type="slidenum">
              <a:t>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BBBCA-5981-43EC-86CE-DFC4ABA5728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944563" y="812800"/>
            <a:ext cx="567055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578A8-FE04-4612-82FF-C71E8BAEB7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59F20-4233-4AFC-82D8-838457C943B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482458F-01E8-4CFC-9BAA-C850A2309EF5}" type="slidenum">
              <a:t>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64E7B-C91C-4FC3-88E8-34208AD80C4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944563" y="812800"/>
            <a:ext cx="567055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573AD-D76A-42A4-939C-0676727F567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9E41C-B9A0-421F-B93E-B2E2190C829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EBE250A-FA44-400C-84D7-98BF7FD2922F}" type="slidenum">
              <a:t>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903DB-7056-480B-819D-2210E543BE2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944563" y="812800"/>
            <a:ext cx="567055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872B78-3E5B-4961-9DE7-777B1F62C61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3722C-5143-4018-9BC4-248C8993190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AEB715E-01B2-4116-A488-EF6D9B5DBD64}" type="slidenum">
              <a:t>4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D98EB-8D3E-45D1-A683-9041B46EDA1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944563" y="812800"/>
            <a:ext cx="567055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D92AE-1162-4407-97ED-38FD19CF7FD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18ED2-066C-476E-8AEA-CA9FB72EEF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8868D5F-6E43-4F14-BC1C-782A5BD7E8E8}" type="slidenum">
              <a:t>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6C24D-C414-4A73-9F86-3960AD23561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944563" y="812800"/>
            <a:ext cx="567055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706D9-A719-4556-9885-C6E9CD52214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F24-CB9B-4DFA-BF60-EE6FC8E88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6" y="1236665"/>
            <a:ext cx="8018463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DA237-63A1-48A3-932D-B7CD8F8DB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6" y="3970340"/>
            <a:ext cx="8018463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607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0B4ED-3BDF-4AC3-BBF8-0BD79B10C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B4A08-73C9-4A34-9465-A371ADBB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55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995B-1711-4E1D-B0EB-4BB553E3A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250" y="1884365"/>
            <a:ext cx="9220200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D40B8-6FBE-4434-A755-E8F94B7EF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0250" y="5059365"/>
            <a:ext cx="9220200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7881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B1731-F30E-4EED-9270-6D1A45E35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070A4-93A9-4978-B78D-75DCDAF17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8839" y="1960563"/>
            <a:ext cx="4410075" cy="3967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0DEE9-67AA-4FCE-AC85-BCFE95B06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21313" y="1960563"/>
            <a:ext cx="4411662" cy="3967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7642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ACBBA-D1DD-4856-A051-B627A155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1" y="403225"/>
            <a:ext cx="9221788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7DE50-7A27-4590-8030-85E45B4C5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601" y="1852613"/>
            <a:ext cx="4522788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A1D9E-656C-48B6-A302-5B6DE3EB8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601" y="2760663"/>
            <a:ext cx="4522788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BC57EE-B35C-4579-8454-63681D24C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5013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EEC87-282D-46F4-9E67-3E1E31BEB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5013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848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9DEC3-D831-4532-B29F-6F751E6D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6182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22350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1743E-E938-4B2B-91FC-2662097AD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503238"/>
            <a:ext cx="344805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DD10E-3821-41C7-A7E3-22363BED0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014" y="1089025"/>
            <a:ext cx="541337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AA8C2-B85D-4789-9515-087AD83C0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600" y="2268540"/>
            <a:ext cx="344805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8603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92EF-3850-46BB-AE78-D08AFDC3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503238"/>
            <a:ext cx="344805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3CD0C4-5EC2-475F-9E38-A44EBA363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5014" y="1089025"/>
            <a:ext cx="541337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703DC-B563-4B33-8994-78A6F27EA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600" y="2268540"/>
            <a:ext cx="344805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8544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EEA96-47BB-436E-9847-BA8F0E347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CCE17-D3FF-4969-8A5C-3C262C5A9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096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681D51-069F-4320-9CE5-A4F57B449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589839" y="633413"/>
            <a:ext cx="2243137" cy="52943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ED82A-687B-452E-9355-80D48EC90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58838" y="633413"/>
            <a:ext cx="6578600" cy="52943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419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04770-7CF1-4CDB-967D-241AB3D3A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8599" y="632880"/>
            <a:ext cx="8974440" cy="1141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33459-7E33-407A-A927-FF7F75630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58599" y="1960560"/>
            <a:ext cx="8974440" cy="3966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GB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2EA030-DF43-4C0C-83A2-49B28F11F1F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32000" y="4536002"/>
            <a:ext cx="7837560" cy="14471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A3C19DE-E474-48B0-B086-40B72B451778}"/>
              </a:ext>
            </a:extLst>
          </p:cNvPr>
          <p:cNvSpPr/>
          <p:nvPr/>
        </p:nvSpPr>
        <p:spPr>
          <a:xfrm>
            <a:off x="2490480" y="1655999"/>
            <a:ext cx="5429520" cy="3744000"/>
          </a:xfrm>
          <a:prstGeom prst="rect">
            <a:avLst/>
          </a:prstGeom>
        </p:spPr>
        <p:txBody>
          <a:bodyPr wrap="square" lIns="123480" tIns="80280" rIns="123480" bIns="80280" numCol="1" fromWordArt="1" anchor="ctr" anchorCtr="1" compatLnSpc="0">
            <a:prstTxWarp prst="textPlain">
              <a:avLst/>
            </a:prstTxWarp>
            <a:noAutofit/>
          </a:bodyPr>
          <a:lstStyle/>
          <a:p>
            <a:pPr hangingPunct="0"/>
            <a:r>
              <a:rPr lang="grc-GR" sz="2400" b="1" i="1">
                <a:ln w="76320">
                  <a:solidFill>
                    <a:srgbClr val="000000"/>
                  </a:solidFill>
                  <a:prstDash val="solid"/>
                  <a:miter/>
                </a:ln>
                <a:solidFill>
                  <a:srgbClr val="FFFFFF"/>
                </a:solidFill>
                <a:latin typeface="Cantarell" pitchFamily="34"/>
                <a:ea typeface="MS Gothic" pitchFamily="2"/>
                <a:cs typeface="Tahoma" pitchFamily="2"/>
              </a:rPr>
              <a:t>xfl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A84227-5433-4E57-B6B2-C6329FA515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340000" y="3279240"/>
            <a:ext cx="8047080" cy="2732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70C509-D61A-4D39-97B1-2332E48FDA01}"/>
              </a:ext>
            </a:extLst>
          </p:cNvPr>
          <p:cNvSpPr/>
          <p:nvPr/>
        </p:nvSpPr>
        <p:spPr>
          <a:xfrm>
            <a:off x="3816000" y="1116000"/>
            <a:ext cx="6156000" cy="2880000"/>
          </a:xfrm>
          <a:prstGeom prst="rect">
            <a:avLst/>
          </a:prstGeom>
        </p:spPr>
        <p:txBody>
          <a:bodyPr wrap="square" lIns="154440" tIns="111240" rIns="154440" bIns="111240" numCol="1" fromWordArt="1" anchor="ctr" anchorCtr="1" compatLnSpc="0">
            <a:prstTxWarp prst="textPlain">
              <a:avLst/>
            </a:prstTxWarp>
            <a:noAutofit/>
          </a:bodyPr>
          <a:lstStyle/>
          <a:p>
            <a:pPr hangingPunct="0"/>
            <a:r>
              <a:rPr lang="grc-GR" sz="2400" b="1" i="1">
                <a:ln w="139680">
                  <a:solidFill>
                    <a:srgbClr val="28471F"/>
                  </a:solidFill>
                  <a:prstDash val="solid"/>
                  <a:miter/>
                </a:ln>
                <a:solidFill>
                  <a:srgbClr val="FFFFFF"/>
                </a:solidFill>
                <a:latin typeface="Cantarell" pitchFamily="34"/>
                <a:ea typeface="MS Gothic" pitchFamily="2"/>
                <a:cs typeface="Tahoma" pitchFamily="2"/>
              </a:rPr>
              <a:t>++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158E57-1576-4C1C-A0C7-C055CD61CB5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340000" y="3279240"/>
            <a:ext cx="8047080" cy="2732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3B1E1AD-2C5E-4902-B110-532E7E6B3B38}"/>
              </a:ext>
            </a:extLst>
          </p:cNvPr>
          <p:cNvSpPr/>
          <p:nvPr/>
        </p:nvSpPr>
        <p:spPr>
          <a:xfrm>
            <a:off x="3491999" y="1584000"/>
            <a:ext cx="6156000" cy="2880000"/>
          </a:xfrm>
          <a:prstGeom prst="rect">
            <a:avLst/>
          </a:prstGeom>
        </p:spPr>
        <p:txBody>
          <a:bodyPr wrap="square" lIns="154440" tIns="111240" rIns="154440" bIns="111240" numCol="1" fromWordArt="1" anchor="ctr" anchorCtr="1" compatLnSpc="0">
            <a:prstTxWarp prst="textPlain">
              <a:avLst/>
            </a:prstTxWarp>
            <a:noAutofit/>
          </a:bodyPr>
          <a:lstStyle/>
          <a:p>
            <a:pPr hangingPunct="0"/>
            <a:r>
              <a:rPr lang="grc-GR" sz="2400" b="1" i="1" dirty="0">
                <a:ln w="139680">
                  <a:solidFill>
                    <a:srgbClr val="28471F"/>
                  </a:solidFill>
                  <a:prstDash val="solid"/>
                  <a:miter/>
                </a:ln>
                <a:solidFill>
                  <a:srgbClr val="FFFFFF"/>
                </a:solidFill>
                <a:latin typeface="Cantarell" pitchFamily="34"/>
                <a:ea typeface="MS Gothic" pitchFamily="2"/>
                <a:cs typeface="Tahoma" pitchFamily="2"/>
              </a:rPr>
              <a:t>xfl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2A72A1-CC44-49D8-BDE5-9D8BC88B18F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07680" y="4268880"/>
            <a:ext cx="7560000" cy="25412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953C2C0-0D3A-4519-8280-1F48C019FFC0}"/>
              </a:ext>
            </a:extLst>
          </p:cNvPr>
          <p:cNvSpPr/>
          <p:nvPr/>
        </p:nvSpPr>
        <p:spPr>
          <a:xfrm>
            <a:off x="4143600" y="945720"/>
            <a:ext cx="4809960" cy="4511160"/>
          </a:xfrm>
          <a:prstGeom prst="rect">
            <a:avLst/>
          </a:prstGeom>
        </p:spPr>
        <p:txBody>
          <a:bodyPr wrap="square" lIns="155160" tIns="111960" rIns="155160" bIns="111960" numCol="1" fromWordArt="1" anchor="ctr" anchorCtr="1" compatLnSpc="0">
            <a:prstTxWarp prst="textPlain">
              <a:avLst/>
            </a:prstTxWarp>
            <a:noAutofit/>
          </a:bodyPr>
          <a:lstStyle/>
          <a:p>
            <a:pPr hangingPunct="0"/>
            <a:r>
              <a:rPr lang="grc-GR" sz="2400" b="1" dirty="0">
                <a:ln w="139680">
                  <a:solidFill>
                    <a:srgbClr val="000000"/>
                  </a:solidFill>
                  <a:prstDash val="solid"/>
                  <a:miter/>
                </a:ln>
                <a:gradFill>
                  <a:gsLst>
                    <a:gs pos="0">
                      <a:srgbClr val="666666"/>
                    </a:gs>
                    <a:gs pos="100000">
                      <a:srgbClr val="EEEEEE"/>
                    </a:gs>
                  </a:gsLst>
                  <a:lin ang="3600000"/>
                </a:gradFill>
                <a:latin typeface="Source Sans Pro" pitchFamily="34"/>
                <a:ea typeface="MS Gothic" pitchFamily="2"/>
                <a:cs typeface="Tahoma" pitchFamily="2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DBE4E7-60E0-4478-9E8E-03EC9F644D86}"/>
              </a:ext>
            </a:extLst>
          </p:cNvPr>
          <p:cNvSpPr/>
          <p:nvPr/>
        </p:nvSpPr>
        <p:spPr>
          <a:xfrm>
            <a:off x="3873600" y="2536200"/>
            <a:ext cx="3416040" cy="2953080"/>
          </a:xfrm>
          <a:prstGeom prst="rect">
            <a:avLst/>
          </a:prstGeom>
        </p:spPr>
        <p:txBody>
          <a:bodyPr wrap="square" lIns="154440" tIns="111240" rIns="154440" bIns="111240" numCol="1" fromWordArt="1" anchor="ctr" anchorCtr="1" compatLnSpc="0">
            <a:prstTxWarp prst="textPlain">
              <a:avLst/>
            </a:prstTxWarp>
            <a:noAutofit/>
          </a:bodyPr>
          <a:lstStyle/>
          <a:p>
            <a:pPr indent="360000" hangingPunct="0"/>
            <a:r>
              <a:rPr lang="grc-GR" sz="2400" b="1" dirty="0">
                <a:ln w="139680">
                  <a:solidFill>
                    <a:srgbClr val="000000"/>
                  </a:solidFill>
                  <a:prstDash val="solid"/>
                  <a:miter/>
                </a:ln>
                <a:solidFill>
                  <a:srgbClr val="FFFFFF"/>
                </a:solidFill>
                <a:latin typeface="Source Sans Pro Black" pitchFamily="34"/>
                <a:ea typeface="MS Gothic" pitchFamily="2"/>
                <a:cs typeface="Tahoma" pitchFamily="2"/>
              </a:rPr>
              <a:t>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069226-9BAE-4F7B-9883-5B425C1481C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219600" y="1777680"/>
            <a:ext cx="11199600" cy="45910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WordArt 7">
            <a:extLst>
              <a:ext uri="{FF2B5EF4-FFF2-40B4-BE49-F238E27FC236}">
                <a16:creationId xmlns:a16="http://schemas.microsoft.com/office/drawing/2014/main" id="{A9BEC1C1-F8C1-4B0A-8D7F-F962E5AC906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657850" y="2671890"/>
            <a:ext cx="2714626" cy="267652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b="1" kern="10" dirty="0"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  <a:gradFill rotWithShape="0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10800000" scaled="1"/>
                </a:gradFill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1135C3-607B-4811-8D89-18B4FF25CC91}"/>
              </a:ext>
            </a:extLst>
          </p:cNvPr>
          <p:cNvSpPr/>
          <p:nvPr/>
        </p:nvSpPr>
        <p:spPr>
          <a:xfrm>
            <a:off x="1458360" y="3415947"/>
            <a:ext cx="4968000" cy="1568160"/>
          </a:xfrm>
          <a:prstGeom prst="rect">
            <a:avLst/>
          </a:prstGeom>
        </p:spPr>
        <p:txBody>
          <a:bodyPr wrap="square" lIns="122760" tIns="79560" rIns="122760" bIns="79560" numCol="1" fromWordArt="1" anchor="ctr" anchorCtr="1" compatLnSpc="0">
            <a:prstTxWarp prst="textPlain">
              <a:avLst/>
            </a:prstTxWarp>
            <a:noAutofit/>
          </a:bodyPr>
          <a:lstStyle/>
          <a:p>
            <a:pPr indent="360000" hangingPunct="0"/>
            <a:r>
              <a:rPr lang="grc-GR" sz="2400" b="1" dirty="0">
                <a:ln w="76320">
                  <a:solidFill>
                    <a:srgbClr val="000000"/>
                  </a:solidFill>
                  <a:prstDash val="solid"/>
                  <a:miter/>
                </a:ln>
                <a:solidFill>
                  <a:srgbClr val="FFFFFF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Tahoma" pitchFamily="2"/>
              </a:rPr>
              <a:t>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7"/>
          <p:cNvSpPr>
            <a:spLocks noChangeArrowheads="1" noChangeShapeType="1" noTextEdit="1"/>
          </p:cNvSpPr>
          <p:nvPr/>
        </p:nvSpPr>
        <p:spPr bwMode="auto">
          <a:xfrm>
            <a:off x="2900700" y="619127"/>
            <a:ext cx="5719427" cy="6172139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b="1" kern="10" dirty="0"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gradFill flip="none" rotWithShape="1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0" scaled="1"/>
                  <a:tileRect/>
                </a:gradFill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3" name="WordArt 8"/>
          <p:cNvSpPr>
            <a:spLocks noChangeArrowheads="1" noChangeShapeType="1" noTextEdit="1"/>
          </p:cNvSpPr>
          <p:nvPr/>
        </p:nvSpPr>
        <p:spPr bwMode="auto">
          <a:xfrm>
            <a:off x="2441114" y="2880720"/>
            <a:ext cx="3549192" cy="391378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kern="10" dirty="0">
                <a:ln w="76200">
                  <a:solidFill>
                    <a:srgbClr val="000000"/>
                  </a:solidFill>
                  <a:miter lim="800000"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759812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WordArt 7">
            <a:extLst>
              <a:ext uri="{FF2B5EF4-FFF2-40B4-BE49-F238E27FC236}">
                <a16:creationId xmlns:a16="http://schemas.microsoft.com/office/drawing/2014/main" id="{B87E60E3-0B29-4DFA-99C4-1E2BF30DB34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81855" y="1474948"/>
            <a:ext cx="4586599" cy="410762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b="1" kern="10" dirty="0"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  <a:gradFill flip="none" rotWithShape="1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0" scaled="1"/>
                  <a:tileRect/>
                </a:gradFill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4" name="WordArt 8">
            <a:extLst>
              <a:ext uri="{FF2B5EF4-FFF2-40B4-BE49-F238E27FC236}">
                <a16:creationId xmlns:a16="http://schemas.microsoft.com/office/drawing/2014/main" id="{D90CD760-9219-4108-AEE8-690AF4B13F3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507112" y="2862193"/>
            <a:ext cx="2795178" cy="2720383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kern="10" dirty="0">
                <a:ln w="76200">
                  <a:solidFill>
                    <a:srgbClr val="000000"/>
                  </a:solidFill>
                  <a:miter lim="800000"/>
                  <a:headEnd/>
                  <a:tailEnd/>
                </a:ln>
                <a:solidFill>
                  <a:srgbClr val="FFFFFF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Cordia New" panose="020B0502040204020203" pitchFamily="34" charset="-34"/>
              </a:rPr>
              <a:t>f</a:t>
            </a:r>
          </a:p>
        </p:txBody>
      </p:sp>
      <p:sp>
        <p:nvSpPr>
          <p:cNvPr id="11" name="WordArt 7">
            <a:extLst>
              <a:ext uri="{FF2B5EF4-FFF2-40B4-BE49-F238E27FC236}">
                <a16:creationId xmlns:a16="http://schemas.microsoft.com/office/drawing/2014/main" id="{C597512A-0841-4950-BE37-FA81FCAA7A1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40894" y="4853347"/>
            <a:ext cx="1526516" cy="1462564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b="1" kern="10" dirty="0"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  <a:gradFill flip="none" rotWithShape="1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0" scaled="1"/>
                  <a:tileRect/>
                </a:gradFill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21" name="WordArt 7">
            <a:extLst>
              <a:ext uri="{FF2B5EF4-FFF2-40B4-BE49-F238E27FC236}">
                <a16:creationId xmlns:a16="http://schemas.microsoft.com/office/drawing/2014/main" id="{DD83E30D-5340-40D7-ADE1-519E03F5DC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42839" y="6096002"/>
            <a:ext cx="538701" cy="570589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b="1" kern="10" dirty="0"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  <a:gradFill flip="none" rotWithShape="1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0" scaled="1"/>
                  <a:tileRect/>
                </a:gradFill>
                <a:latin typeface="Arial Black" panose="020B0A04020102020204" pitchFamily="34" charset="0"/>
              </a:rPr>
              <a:t>5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CC7693-49D4-4397-BFCF-5A1B06DE064F}"/>
              </a:ext>
            </a:extLst>
          </p:cNvPr>
          <p:cNvGrpSpPr/>
          <p:nvPr/>
        </p:nvGrpSpPr>
        <p:grpSpPr>
          <a:xfrm>
            <a:off x="365762" y="1193535"/>
            <a:ext cx="2367815" cy="2396689"/>
            <a:chOff x="505138" y="1127636"/>
            <a:chExt cx="2401691" cy="2271642"/>
          </a:xfrm>
        </p:grpSpPr>
        <p:sp>
          <p:nvSpPr>
            <p:cNvPr id="9" name="WordArt 7">
              <a:extLst>
                <a:ext uri="{FF2B5EF4-FFF2-40B4-BE49-F238E27FC236}">
                  <a16:creationId xmlns:a16="http://schemas.microsoft.com/office/drawing/2014/main" id="{9838D22B-9E15-45C6-8183-163DB120BDD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665394" y="1127636"/>
              <a:ext cx="2241435" cy="2271642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157" b="1" kern="10" dirty="0">
                  <a:ln w="9360">
                    <a:solidFill>
                      <a:srgbClr val="000000"/>
                    </a:solidFill>
                    <a:miter lim="800000"/>
                    <a:headEnd/>
                    <a:tailEnd/>
                  </a:ln>
                  <a:gradFill flip="none" rotWithShape="1">
                    <a:gsLst>
                      <a:gs pos="0">
                        <a:srgbClr val="000000"/>
                      </a:gs>
                      <a:gs pos="100000">
                        <a:srgbClr val="D5D5E5"/>
                      </a:gs>
                    </a:gsLst>
                    <a:lin ang="0" scaled="1"/>
                    <a:tileRect/>
                  </a:gra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23" name="WordArt 8">
              <a:extLst>
                <a:ext uri="{FF2B5EF4-FFF2-40B4-BE49-F238E27FC236}">
                  <a16:creationId xmlns:a16="http://schemas.microsoft.com/office/drawing/2014/main" id="{3975AFF2-087D-4F24-847F-625593B4B62E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05138" y="1941922"/>
              <a:ext cx="1526516" cy="1434945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157" kern="10" dirty="0">
                  <a:ln w="571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olidFill>
                    <a:srgbClr val="FFFFFF"/>
                  </a:solidFill>
                  <a:latin typeface="Source Sans Pro Black" panose="020B0803030403020204" pitchFamily="34" charset="0"/>
                  <a:ea typeface="Source Sans Pro Black" panose="020B0803030403020204" pitchFamily="34" charset="0"/>
                  <a:cs typeface="Cordia New" panose="020B0502040204020203" pitchFamily="34" charset="-34"/>
                </a:rPr>
                <a:t>f</a:t>
              </a:r>
            </a:p>
          </p:txBody>
        </p:sp>
      </p:grpSp>
      <p:sp>
        <p:nvSpPr>
          <p:cNvPr id="24" name="WordArt 8">
            <a:extLst>
              <a:ext uri="{FF2B5EF4-FFF2-40B4-BE49-F238E27FC236}">
                <a16:creationId xmlns:a16="http://schemas.microsoft.com/office/drawing/2014/main" id="{AF793A11-72F9-456F-AF0D-BF92425981D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5642" y="5373280"/>
            <a:ext cx="1061032" cy="94139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kern="10" dirty="0"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solidFill>
                  <a:srgbClr val="FFFFFF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Cordia New" panose="020B0502040204020203" pitchFamily="34" charset="-34"/>
              </a:rPr>
              <a:t>f</a:t>
            </a:r>
          </a:p>
        </p:txBody>
      </p:sp>
      <p:sp>
        <p:nvSpPr>
          <p:cNvPr id="13" name="WordArt 7">
            <a:extLst>
              <a:ext uri="{FF2B5EF4-FFF2-40B4-BE49-F238E27FC236}">
                <a16:creationId xmlns:a16="http://schemas.microsoft.com/office/drawing/2014/main" id="{6E32A549-CA19-4298-9FE4-3636F926FF0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770601" y="4467225"/>
            <a:ext cx="1051657" cy="1160434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b="1" kern="10" dirty="0"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  <a:gradFill flip="none" rotWithShape="1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0" scaled="1"/>
                  <a:tileRect/>
                </a:gradFill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25" name="WordArt 8">
            <a:extLst>
              <a:ext uri="{FF2B5EF4-FFF2-40B4-BE49-F238E27FC236}">
                <a16:creationId xmlns:a16="http://schemas.microsoft.com/office/drawing/2014/main" id="{FDC2B7FF-56F3-406D-A0B4-AB2E0CE13D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704859" y="4919663"/>
            <a:ext cx="702354" cy="70799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kern="10" dirty="0"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solidFill>
                  <a:srgbClr val="FFFFFF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Cordia New" panose="020B0502040204020203" pitchFamily="34" charset="-34"/>
              </a:rPr>
              <a:t>f</a:t>
            </a:r>
          </a:p>
        </p:txBody>
      </p:sp>
      <p:sp>
        <p:nvSpPr>
          <p:cNvPr id="26" name="WordArt 8">
            <a:extLst>
              <a:ext uri="{FF2B5EF4-FFF2-40B4-BE49-F238E27FC236}">
                <a16:creationId xmlns:a16="http://schemas.microsoft.com/office/drawing/2014/main" id="{732DF643-CCB7-44C3-BC20-58FF80E64B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14803" y="6348413"/>
            <a:ext cx="313525" cy="31817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kern="10" dirty="0"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solidFill>
                  <a:srgbClr val="FFFFFF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Cordia New" panose="020B0502040204020203" pitchFamily="34" charset="-34"/>
              </a:rPr>
              <a:t>f</a:t>
            </a:r>
          </a:p>
        </p:txBody>
      </p:sp>
      <p:sp>
        <p:nvSpPr>
          <p:cNvPr id="15" name="WordArt 7">
            <a:extLst>
              <a:ext uri="{FF2B5EF4-FFF2-40B4-BE49-F238E27FC236}">
                <a16:creationId xmlns:a16="http://schemas.microsoft.com/office/drawing/2014/main" id="{875D6A5F-2449-41E6-A79D-69093B347A2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128677" y="6615115"/>
            <a:ext cx="255331" cy="28098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b="1" kern="10" dirty="0"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gradFill flip="none" rotWithShape="1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0" scaled="1"/>
                  <a:tileRect/>
                </a:gradFill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7" name="WordArt 8">
            <a:extLst>
              <a:ext uri="{FF2B5EF4-FFF2-40B4-BE49-F238E27FC236}">
                <a16:creationId xmlns:a16="http://schemas.microsoft.com/office/drawing/2014/main" id="{C4C9421E-EBCA-4E35-A060-4C995463AF4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88731" y="6698457"/>
            <a:ext cx="211932" cy="191969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kern="10" dirty="0"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  <a:solidFill>
                  <a:srgbClr val="FFFFFF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Cordia New" panose="020B0502040204020203" pitchFamily="34" charset="-34"/>
              </a:rPr>
              <a:t>f</a:t>
            </a:r>
          </a:p>
        </p:txBody>
      </p:sp>
      <p:sp>
        <p:nvSpPr>
          <p:cNvPr id="18" name="WordArt 3">
            <a:extLst>
              <a:ext uri="{FF2B5EF4-FFF2-40B4-BE49-F238E27FC236}">
                <a16:creationId xmlns:a16="http://schemas.microsoft.com/office/drawing/2014/main" id="{358FE499-F6A0-49FB-A39F-86148785B7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922202" y="936661"/>
            <a:ext cx="1511408" cy="14913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>
              <a:buNone/>
            </a:pPr>
            <a:r>
              <a:rPr lang="fr-FR" sz="8419" b="1" kern="10" noProof="1">
                <a:ln w="9525">
                  <a:solidFill>
                    <a:srgbClr val="333333"/>
                  </a:solidFill>
                  <a:round/>
                  <a:headEnd/>
                  <a:tailEnd/>
                </a:ln>
                <a:gradFill flip="none" rotWithShape="1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18000000" scaled="0"/>
                  <a:tileRect/>
                </a:gradFill>
                <a:latin typeface="Arial Black" panose="020B0A040201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04862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WordArt 3">
            <a:extLst>
              <a:ext uri="{FF2B5EF4-FFF2-40B4-BE49-F238E27FC236}">
                <a16:creationId xmlns:a16="http://schemas.microsoft.com/office/drawing/2014/main" id="{9EBA50BD-1341-4863-9A54-172704AD04C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678618" y="1476156"/>
            <a:ext cx="4087942" cy="426627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>
              <a:buNone/>
            </a:pPr>
            <a:r>
              <a:rPr lang="fr-FR" sz="8419" b="1" kern="10" noProof="1">
                <a:ln w="9525">
                  <a:solidFill>
                    <a:srgbClr val="333333"/>
                  </a:solidFill>
                  <a:round/>
                  <a:headEnd/>
                  <a:tailEnd/>
                </a:ln>
                <a:gradFill flip="none" rotWithShape="1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18000000" scaled="0"/>
                  <a:tileRect/>
                </a:gradFill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9" name="WordArt 8">
            <a:extLst>
              <a:ext uri="{FF2B5EF4-FFF2-40B4-BE49-F238E27FC236}">
                <a16:creationId xmlns:a16="http://schemas.microsoft.com/office/drawing/2014/main" id="{510364FB-9909-4579-BDBE-AA17A9B0D8C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2976" y="3008497"/>
            <a:ext cx="2795178" cy="2720383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157" kern="10" dirty="0">
                <a:ln w="76200">
                  <a:solidFill>
                    <a:srgbClr val="000000"/>
                  </a:solidFill>
                  <a:miter lim="800000"/>
                  <a:headEnd/>
                  <a:tailEnd/>
                </a:ln>
                <a:solidFill>
                  <a:srgbClr val="FFFFFF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Cordia New" panose="020B0502040204020203" pitchFamily="34" charset="-34"/>
              </a:rPr>
              <a:t>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52168-E932-42C8-9D0E-751C7B498F2A}"/>
              </a:ext>
            </a:extLst>
          </p:cNvPr>
          <p:cNvSpPr txBox="1"/>
          <p:nvPr/>
        </p:nvSpPr>
        <p:spPr>
          <a:xfrm>
            <a:off x="3468749" y="406628"/>
            <a:ext cx="5246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With gradient 5 rotated for export to LibreOffice Draw</a:t>
            </a:r>
          </a:p>
        </p:txBody>
      </p:sp>
    </p:spTree>
    <p:extLst>
      <p:ext uri="{BB962C8B-B14F-4D97-AF65-F5344CB8AC3E}">
        <p14:creationId xmlns:p14="http://schemas.microsoft.com/office/powerpoint/2010/main" val="2585355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47EB4B3-B8BA-4E17-A678-305E0651F44D}"/>
              </a:ext>
            </a:extLst>
          </p:cNvPr>
          <p:cNvSpPr/>
          <p:nvPr/>
        </p:nvSpPr>
        <p:spPr>
          <a:xfrm>
            <a:off x="6543676" y="5765533"/>
            <a:ext cx="2257424" cy="88291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  <a:softEdge rad="292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3F1F34-027F-4217-941F-30E877000096}"/>
              </a:ext>
            </a:extLst>
          </p:cNvPr>
          <p:cNvSpPr/>
          <p:nvPr/>
        </p:nvSpPr>
        <p:spPr>
          <a:xfrm>
            <a:off x="1426464" y="288759"/>
            <a:ext cx="7443216" cy="260988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  <a:softEdge rad="889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WordArt 3">
            <a:extLst>
              <a:ext uri="{FF2B5EF4-FFF2-40B4-BE49-F238E27FC236}">
                <a16:creationId xmlns:a16="http://schemas.microsoft.com/office/drawing/2014/main" id="{363201AE-E66B-4EED-95CD-EFFBC2725F7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568122" y="625765"/>
            <a:ext cx="1511408" cy="14913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>
              <a:buNone/>
            </a:pPr>
            <a:r>
              <a:rPr lang="fr-FR" sz="8419" b="1" kern="10" noProof="1">
                <a:ln w="9525">
                  <a:solidFill>
                    <a:srgbClr val="333333"/>
                  </a:solidFill>
                  <a:round/>
                  <a:headEnd/>
                  <a:tailEnd/>
                </a:ln>
                <a:gradFill flip="none" rotWithShape="1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0" scaled="0"/>
                  <a:tileRect/>
                </a:gradFill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6" name="WordArt 4">
            <a:extLst>
              <a:ext uri="{FF2B5EF4-FFF2-40B4-BE49-F238E27FC236}">
                <a16:creationId xmlns:a16="http://schemas.microsoft.com/office/drawing/2014/main" id="{2C97ED09-6354-4F42-B620-F9F3C6BD7F8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871216" y="1152144"/>
            <a:ext cx="3288183" cy="964973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>
              <a:buNone/>
            </a:pPr>
            <a:r>
              <a:rPr lang="fr-FR" sz="8419" kern="10" noProof="1">
                <a:ln w="19050">
                  <a:solidFill>
                    <a:srgbClr val="333333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AD364E-2C73-4E64-9206-E0790D4E9ABF}"/>
              </a:ext>
            </a:extLst>
          </p:cNvPr>
          <p:cNvSpPr/>
          <p:nvPr/>
        </p:nvSpPr>
        <p:spPr>
          <a:xfrm>
            <a:off x="2359152" y="2794577"/>
            <a:ext cx="5321808" cy="16219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  <a:softEdge rad="546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WordArt 3">
            <a:extLst>
              <a:ext uri="{FF2B5EF4-FFF2-40B4-BE49-F238E27FC236}">
                <a16:creationId xmlns:a16="http://schemas.microsoft.com/office/drawing/2014/main" id="{0A12717B-3AB2-4224-944E-D68C4F0A705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568124" y="3041885"/>
            <a:ext cx="813427" cy="97110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>
              <a:buNone/>
            </a:pPr>
            <a:r>
              <a:rPr lang="fr-FR" sz="8419" b="1" kern="10" noProof="1">
                <a:ln w="9525">
                  <a:solidFill>
                    <a:srgbClr val="333333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0" scaled="1"/>
                </a:gradFill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0" name="WordArt 4">
            <a:extLst>
              <a:ext uri="{FF2B5EF4-FFF2-40B4-BE49-F238E27FC236}">
                <a16:creationId xmlns:a16="http://schemas.microsoft.com/office/drawing/2014/main" id="{6F4A358E-7890-4971-8D1C-F1F4837D326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02152" y="3319272"/>
            <a:ext cx="2504014" cy="69372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>
              <a:buNone/>
            </a:pPr>
            <a:r>
              <a:rPr lang="fr-FR" sz="8419" kern="10" noProof="1">
                <a:ln w="12700">
                  <a:solidFill>
                    <a:srgbClr val="333333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flow</a:t>
            </a:r>
          </a:p>
        </p:txBody>
      </p:sp>
      <p:sp>
        <p:nvSpPr>
          <p:cNvPr id="17" name="WordArt 3">
            <a:extLst>
              <a:ext uri="{FF2B5EF4-FFF2-40B4-BE49-F238E27FC236}">
                <a16:creationId xmlns:a16="http://schemas.microsoft.com/office/drawing/2014/main" id="{1F3F8907-59F1-4F14-9D9D-0842162553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764898" y="5962650"/>
            <a:ext cx="398029" cy="41808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>
              <a:buNone/>
            </a:pPr>
            <a:r>
              <a:rPr lang="fr-FR" sz="8419" b="1" kern="10" noProof="1">
                <a:ln w="9525">
                  <a:solidFill>
                    <a:srgbClr val="333333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0" scaled="1"/>
                </a:gradFill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8" name="WordArt 4">
            <a:extLst>
              <a:ext uri="{FF2B5EF4-FFF2-40B4-BE49-F238E27FC236}">
                <a16:creationId xmlns:a16="http://schemas.microsoft.com/office/drawing/2014/main" id="{4CDEBF0E-0BAE-4208-96BF-7BFE35ABF97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070726" y="6091239"/>
            <a:ext cx="920774" cy="2895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>
              <a:buNone/>
            </a:pPr>
            <a:r>
              <a:rPr lang="fr-FR" sz="8419" kern="10" noProof="1">
                <a:ln w="9525">
                  <a:solidFill>
                    <a:srgbClr val="333333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932B17-89EA-4EAB-AF6C-CA75A6390D75}"/>
              </a:ext>
            </a:extLst>
          </p:cNvPr>
          <p:cNvSpPr/>
          <p:nvPr/>
        </p:nvSpPr>
        <p:spPr>
          <a:xfrm>
            <a:off x="771525" y="5124450"/>
            <a:ext cx="4333875" cy="12954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  <a:softEdge rad="431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WordArt 3">
            <a:extLst>
              <a:ext uri="{FF2B5EF4-FFF2-40B4-BE49-F238E27FC236}">
                <a16:creationId xmlns:a16="http://schemas.microsoft.com/office/drawing/2014/main" id="{1F159BAD-F247-4E4B-A3DC-40ED72479AD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103925" y="5360234"/>
            <a:ext cx="648693" cy="71257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>
              <a:buNone/>
            </a:pPr>
            <a:r>
              <a:rPr lang="fr-FR" sz="8419" b="1" kern="10" noProof="1">
                <a:ln w="9525">
                  <a:solidFill>
                    <a:srgbClr val="333333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0" scaled="1"/>
                </a:gradFill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21" name="WordArt 4">
            <a:extLst>
              <a:ext uri="{FF2B5EF4-FFF2-40B4-BE49-F238E27FC236}">
                <a16:creationId xmlns:a16="http://schemas.microsoft.com/office/drawing/2014/main" id="{ED440E29-7891-46AE-AC7E-7E9DC72D4DD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00225" y="5593596"/>
            <a:ext cx="1667923" cy="479217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>
              <a:buNone/>
            </a:pPr>
            <a:r>
              <a:rPr lang="fr-FR" sz="8419" kern="10" noProof="1">
                <a:ln w="12700">
                  <a:solidFill>
                    <a:srgbClr val="333333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flow</a:t>
            </a:r>
          </a:p>
        </p:txBody>
      </p:sp>
      <p:sp>
        <p:nvSpPr>
          <p:cNvPr id="22" name="WordArt 3">
            <a:extLst>
              <a:ext uri="{FF2B5EF4-FFF2-40B4-BE49-F238E27FC236}">
                <a16:creationId xmlns:a16="http://schemas.microsoft.com/office/drawing/2014/main" id="{DFFBCC71-BDA4-4960-A68D-C02D2466225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963850" y="3295813"/>
            <a:ext cx="1511408" cy="14913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>
              <a:buNone/>
            </a:pPr>
            <a:r>
              <a:rPr lang="fr-FR" sz="8419" b="1" kern="10" noProof="1">
                <a:ln w="9525">
                  <a:solidFill>
                    <a:srgbClr val="333333"/>
                  </a:solidFill>
                  <a:round/>
                  <a:headEnd/>
                  <a:tailEnd/>
                </a:ln>
                <a:gradFill flip="none" rotWithShape="1">
                  <a:gsLst>
                    <a:gs pos="0">
                      <a:srgbClr val="000000"/>
                    </a:gs>
                    <a:gs pos="100000">
                      <a:srgbClr val="D5D5E5"/>
                    </a:gs>
                  </a:gsLst>
                  <a:lin ang="18000000" scaled="0"/>
                  <a:tileRect/>
                </a:gradFill>
                <a:latin typeface="Arial Black" panose="020B0A040201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71644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5F85B4-9542-4367-8550-DA4FBBECE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415" y="2212756"/>
            <a:ext cx="4806981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90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D7C4767-E071-4315-8D0B-6E7D5EE855DB}"/>
              </a:ext>
            </a:extLst>
          </p:cNvPr>
          <p:cNvGrpSpPr/>
          <p:nvPr/>
        </p:nvGrpSpPr>
        <p:grpSpPr>
          <a:xfrm>
            <a:off x="2229485" y="385012"/>
            <a:ext cx="4777709" cy="6092790"/>
            <a:chOff x="2229483" y="1362856"/>
            <a:chExt cx="4171741" cy="5124127"/>
          </a:xfrm>
        </p:grpSpPr>
        <p:sp>
          <p:nvSpPr>
            <p:cNvPr id="29" name="Rectangle: Single Corner Snipped 28">
              <a:extLst>
                <a:ext uri="{FF2B5EF4-FFF2-40B4-BE49-F238E27FC236}">
                  <a16:creationId xmlns:a16="http://schemas.microsoft.com/office/drawing/2014/main" id="{88AB8829-82B5-4AA1-B111-E96D4F8FC9E2}"/>
                </a:ext>
              </a:extLst>
            </p:cNvPr>
            <p:cNvSpPr/>
            <p:nvPr/>
          </p:nvSpPr>
          <p:spPr>
            <a:xfrm>
              <a:off x="2229483" y="1362856"/>
              <a:ext cx="4171741" cy="5124127"/>
            </a:xfrm>
            <a:prstGeom prst="snip1Rect">
              <a:avLst>
                <a:gd name="adj" fmla="val 40264"/>
              </a:avLst>
            </a:prstGeom>
            <a:solidFill>
              <a:schemeClr val="bg1"/>
            </a:solidFill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WordArt 7">
              <a:extLst>
                <a:ext uri="{FF2B5EF4-FFF2-40B4-BE49-F238E27FC236}">
                  <a16:creationId xmlns:a16="http://schemas.microsoft.com/office/drawing/2014/main" id="{7045545B-953D-48A7-BC6D-B8EA1F688C0B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550578" y="2326161"/>
              <a:ext cx="3388400" cy="3944192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157" b="1" kern="10" dirty="0">
                  <a:ln w="9360">
                    <a:solidFill>
                      <a:srgbClr val="000000"/>
                    </a:solidFill>
                    <a:miter lim="800000"/>
                    <a:headEnd/>
                    <a:tailEnd/>
                  </a:ln>
                  <a:gradFill flip="none" rotWithShape="1">
                    <a:gsLst>
                      <a:gs pos="0">
                        <a:srgbClr val="000000"/>
                      </a:gs>
                      <a:gs pos="100000">
                        <a:srgbClr val="D5D5E5"/>
                      </a:gs>
                    </a:gsLst>
                    <a:lin ang="0" scaled="1"/>
                    <a:tileRect/>
                  </a:gra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21" name="WordArt 8">
              <a:extLst>
                <a:ext uri="{FF2B5EF4-FFF2-40B4-BE49-F238E27FC236}">
                  <a16:creationId xmlns:a16="http://schemas.microsoft.com/office/drawing/2014/main" id="{F0219BE6-C8CD-44C1-A1C7-FC6F7AD432D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382663" y="3621362"/>
              <a:ext cx="2092712" cy="263350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157" kern="10" dirty="0">
                  <a:ln w="76200">
                    <a:solidFill>
                      <a:srgbClr val="000000"/>
                    </a:solidFill>
                    <a:miter lim="800000"/>
                    <a:headEnd/>
                    <a:tailEnd/>
                  </a:ln>
                  <a:solidFill>
                    <a:srgbClr val="FFFFFF"/>
                  </a:solidFill>
                  <a:latin typeface="Source Sans Pro Black" panose="020B0803030403020204" pitchFamily="34" charset="0"/>
                  <a:ea typeface="Source Sans Pro Black" panose="020B0803030403020204" pitchFamily="34" charset="0"/>
                  <a:cs typeface="Cordia New" panose="020B0502040204020203" pitchFamily="34" charset="-34"/>
                </a:rPr>
                <a:t>f</a:t>
              </a: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01AB7D2-DD96-42CE-AE3F-480C7957FC21}"/>
                </a:ext>
              </a:extLst>
            </p:cNvPr>
            <p:cNvSpPr/>
            <p:nvPr/>
          </p:nvSpPr>
          <p:spPr>
            <a:xfrm>
              <a:off x="4734130" y="1411248"/>
              <a:ext cx="1631059" cy="1586109"/>
            </a:xfrm>
            <a:custGeom>
              <a:avLst/>
              <a:gdLst>
                <a:gd name="connsiteX0" fmla="*/ 9525 w 1971675"/>
                <a:gd name="connsiteY0" fmla="*/ 0 h 1824037"/>
                <a:gd name="connsiteX1" fmla="*/ 1971675 w 1971675"/>
                <a:gd name="connsiteY1" fmla="*/ 1795462 h 1824037"/>
                <a:gd name="connsiteX2" fmla="*/ 0 w 1971675"/>
                <a:gd name="connsiteY2" fmla="*/ 1824037 h 1824037"/>
                <a:gd name="connsiteX3" fmla="*/ 9525 w 1971675"/>
                <a:gd name="connsiteY3" fmla="*/ 0 h 1824037"/>
                <a:gd name="connsiteX0" fmla="*/ 0 w 1985963"/>
                <a:gd name="connsiteY0" fmla="*/ 0 h 1824037"/>
                <a:gd name="connsiteX1" fmla="*/ 1985963 w 1985963"/>
                <a:gd name="connsiteY1" fmla="*/ 1795462 h 1824037"/>
                <a:gd name="connsiteX2" fmla="*/ 14288 w 1985963"/>
                <a:gd name="connsiteY2" fmla="*/ 1824037 h 1824037"/>
                <a:gd name="connsiteX3" fmla="*/ 0 w 1985963"/>
                <a:gd name="connsiteY3" fmla="*/ 0 h 1824037"/>
                <a:gd name="connsiteX0" fmla="*/ 0 w 1966913"/>
                <a:gd name="connsiteY0" fmla="*/ 0 h 1824037"/>
                <a:gd name="connsiteX1" fmla="*/ 1966913 w 1966913"/>
                <a:gd name="connsiteY1" fmla="*/ 1824037 h 1824037"/>
                <a:gd name="connsiteX2" fmla="*/ 14288 w 1966913"/>
                <a:gd name="connsiteY2" fmla="*/ 1824037 h 1824037"/>
                <a:gd name="connsiteX3" fmla="*/ 0 w 1966913"/>
                <a:gd name="connsiteY3" fmla="*/ 0 h 1824037"/>
                <a:gd name="connsiteX0" fmla="*/ 0 w 1962150"/>
                <a:gd name="connsiteY0" fmla="*/ 0 h 1795462"/>
                <a:gd name="connsiteX1" fmla="*/ 1962150 w 1962150"/>
                <a:gd name="connsiteY1" fmla="*/ 1795462 h 1795462"/>
                <a:gd name="connsiteX2" fmla="*/ 9525 w 1962150"/>
                <a:gd name="connsiteY2" fmla="*/ 1795462 h 1795462"/>
                <a:gd name="connsiteX3" fmla="*/ 0 w 1962150"/>
                <a:gd name="connsiteY3" fmla="*/ 0 h 1795462"/>
                <a:gd name="connsiteX0" fmla="*/ 0 w 1932644"/>
                <a:gd name="connsiteY0" fmla="*/ 0 h 1819914"/>
                <a:gd name="connsiteX1" fmla="*/ 1932644 w 1932644"/>
                <a:gd name="connsiteY1" fmla="*/ 1819914 h 1819914"/>
                <a:gd name="connsiteX2" fmla="*/ 9525 w 1932644"/>
                <a:gd name="connsiteY2" fmla="*/ 1795462 h 1819914"/>
                <a:gd name="connsiteX3" fmla="*/ 0 w 1932644"/>
                <a:gd name="connsiteY3" fmla="*/ 0 h 1819914"/>
                <a:gd name="connsiteX0" fmla="*/ 0 w 1932644"/>
                <a:gd name="connsiteY0" fmla="*/ 0 h 1826900"/>
                <a:gd name="connsiteX1" fmla="*/ 1932644 w 1932644"/>
                <a:gd name="connsiteY1" fmla="*/ 1819914 h 1826900"/>
                <a:gd name="connsiteX2" fmla="*/ 5836 w 1932644"/>
                <a:gd name="connsiteY2" fmla="*/ 1826900 h 1826900"/>
                <a:gd name="connsiteX3" fmla="*/ 0 w 1932644"/>
                <a:gd name="connsiteY3" fmla="*/ 0 h 1826900"/>
                <a:gd name="connsiteX0" fmla="*/ 0 w 1932644"/>
                <a:gd name="connsiteY0" fmla="*/ 0 h 1819914"/>
                <a:gd name="connsiteX1" fmla="*/ 1932644 w 1932644"/>
                <a:gd name="connsiteY1" fmla="*/ 1819914 h 1819914"/>
                <a:gd name="connsiteX2" fmla="*/ 2148 w 1932644"/>
                <a:gd name="connsiteY2" fmla="*/ 1816420 h 1819914"/>
                <a:gd name="connsiteX3" fmla="*/ 0 w 1932644"/>
                <a:gd name="connsiteY3" fmla="*/ 0 h 1819914"/>
                <a:gd name="connsiteX0" fmla="*/ 0 w 1970964"/>
                <a:gd name="connsiteY0" fmla="*/ 0 h 1816441"/>
                <a:gd name="connsiteX1" fmla="*/ 1970964 w 1970964"/>
                <a:gd name="connsiteY1" fmla="*/ 1772520 h 1816441"/>
                <a:gd name="connsiteX2" fmla="*/ 2148 w 1970964"/>
                <a:gd name="connsiteY2" fmla="*/ 1816420 h 1816441"/>
                <a:gd name="connsiteX3" fmla="*/ 0 w 1970964"/>
                <a:gd name="connsiteY3" fmla="*/ 0 h 1816441"/>
                <a:gd name="connsiteX0" fmla="*/ 1776 w 1972740"/>
                <a:gd name="connsiteY0" fmla="*/ 0 h 1791144"/>
                <a:gd name="connsiteX1" fmla="*/ 1972740 w 1972740"/>
                <a:gd name="connsiteY1" fmla="*/ 1772520 h 1791144"/>
                <a:gd name="connsiteX2" fmla="*/ 441 w 1972740"/>
                <a:gd name="connsiteY2" fmla="*/ 1791144 h 1791144"/>
                <a:gd name="connsiteX3" fmla="*/ 1776 w 1972740"/>
                <a:gd name="connsiteY3" fmla="*/ 0 h 1791144"/>
                <a:gd name="connsiteX0" fmla="*/ 172049 w 2143013"/>
                <a:gd name="connsiteY0" fmla="*/ 0 h 1895410"/>
                <a:gd name="connsiteX1" fmla="*/ 2143013 w 2143013"/>
                <a:gd name="connsiteY1" fmla="*/ 1772520 h 1895410"/>
                <a:gd name="connsiteX2" fmla="*/ 16 w 2143013"/>
                <a:gd name="connsiteY2" fmla="*/ 1895410 h 1895410"/>
                <a:gd name="connsiteX3" fmla="*/ 172049 w 2143013"/>
                <a:gd name="connsiteY3" fmla="*/ 0 h 1895410"/>
                <a:gd name="connsiteX0" fmla="*/ 172049 w 2156947"/>
                <a:gd name="connsiteY0" fmla="*/ 0 h 1902063"/>
                <a:gd name="connsiteX1" fmla="*/ 2156947 w 2156947"/>
                <a:gd name="connsiteY1" fmla="*/ 1902063 h 1902063"/>
                <a:gd name="connsiteX2" fmla="*/ 16 w 2156947"/>
                <a:gd name="connsiteY2" fmla="*/ 1895410 h 1902063"/>
                <a:gd name="connsiteX3" fmla="*/ 172049 w 2156947"/>
                <a:gd name="connsiteY3" fmla="*/ 0 h 1902063"/>
                <a:gd name="connsiteX0" fmla="*/ 0 w 2162562"/>
                <a:gd name="connsiteY0" fmla="*/ 0 h 1952616"/>
                <a:gd name="connsiteX1" fmla="*/ 2162562 w 2162562"/>
                <a:gd name="connsiteY1" fmla="*/ 1952616 h 1952616"/>
                <a:gd name="connsiteX2" fmla="*/ 5631 w 2162562"/>
                <a:gd name="connsiteY2" fmla="*/ 1945963 h 1952616"/>
                <a:gd name="connsiteX3" fmla="*/ 0 w 2162562"/>
                <a:gd name="connsiteY3" fmla="*/ 0 h 1952616"/>
                <a:gd name="connsiteX0" fmla="*/ 0 w 2159078"/>
                <a:gd name="connsiteY0" fmla="*/ 0 h 1892584"/>
                <a:gd name="connsiteX1" fmla="*/ 2159078 w 2159078"/>
                <a:gd name="connsiteY1" fmla="*/ 1892584 h 1892584"/>
                <a:gd name="connsiteX2" fmla="*/ 2147 w 2159078"/>
                <a:gd name="connsiteY2" fmla="*/ 1885931 h 1892584"/>
                <a:gd name="connsiteX3" fmla="*/ 0 w 2159078"/>
                <a:gd name="connsiteY3" fmla="*/ 0 h 1892584"/>
                <a:gd name="connsiteX0" fmla="*/ 0 w 2159078"/>
                <a:gd name="connsiteY0" fmla="*/ 0 h 1917861"/>
                <a:gd name="connsiteX1" fmla="*/ 2159078 w 2159078"/>
                <a:gd name="connsiteY1" fmla="*/ 1917861 h 1917861"/>
                <a:gd name="connsiteX2" fmla="*/ 2147 w 2159078"/>
                <a:gd name="connsiteY2" fmla="*/ 1885931 h 1917861"/>
                <a:gd name="connsiteX3" fmla="*/ 0 w 2159078"/>
                <a:gd name="connsiteY3" fmla="*/ 0 h 1917861"/>
                <a:gd name="connsiteX0" fmla="*/ 5105 w 2164183"/>
                <a:gd name="connsiteY0" fmla="*/ 0 h 1917861"/>
                <a:gd name="connsiteX1" fmla="*/ 2164183 w 2164183"/>
                <a:gd name="connsiteY1" fmla="*/ 1917861 h 1917861"/>
                <a:gd name="connsiteX2" fmla="*/ 285 w 2164183"/>
                <a:gd name="connsiteY2" fmla="*/ 1911207 h 1917861"/>
                <a:gd name="connsiteX3" fmla="*/ 5105 w 2164183"/>
                <a:gd name="connsiteY3" fmla="*/ 0 h 1917861"/>
                <a:gd name="connsiteX0" fmla="*/ 36242 w 2163967"/>
                <a:gd name="connsiteY0" fmla="*/ 0 h 1936818"/>
                <a:gd name="connsiteX1" fmla="*/ 2163967 w 2163967"/>
                <a:gd name="connsiteY1" fmla="*/ 1936818 h 1936818"/>
                <a:gd name="connsiteX2" fmla="*/ 69 w 2163967"/>
                <a:gd name="connsiteY2" fmla="*/ 1930164 h 1936818"/>
                <a:gd name="connsiteX3" fmla="*/ 36242 w 2163967"/>
                <a:gd name="connsiteY3" fmla="*/ 0 h 1936818"/>
                <a:gd name="connsiteX0" fmla="*/ 57120 w 2163944"/>
                <a:gd name="connsiteY0" fmla="*/ 0 h 1946297"/>
                <a:gd name="connsiteX1" fmla="*/ 2163944 w 2163944"/>
                <a:gd name="connsiteY1" fmla="*/ 1946297 h 1946297"/>
                <a:gd name="connsiteX2" fmla="*/ 46 w 2163944"/>
                <a:gd name="connsiteY2" fmla="*/ 1939643 h 1946297"/>
                <a:gd name="connsiteX3" fmla="*/ 57120 w 2163944"/>
                <a:gd name="connsiteY3" fmla="*/ 0 h 1946297"/>
                <a:gd name="connsiteX0" fmla="*/ 57120 w 2174395"/>
                <a:gd name="connsiteY0" fmla="*/ 0 h 1939643"/>
                <a:gd name="connsiteX1" fmla="*/ 2174395 w 2174395"/>
                <a:gd name="connsiteY1" fmla="*/ 1927340 h 1939643"/>
                <a:gd name="connsiteX2" fmla="*/ 46 w 2174395"/>
                <a:gd name="connsiteY2" fmla="*/ 1939643 h 1939643"/>
                <a:gd name="connsiteX3" fmla="*/ 57120 w 2174395"/>
                <a:gd name="connsiteY3" fmla="*/ 0 h 1939643"/>
                <a:gd name="connsiteX0" fmla="*/ 0 w 2117275"/>
                <a:gd name="connsiteY0" fmla="*/ 0 h 1939643"/>
                <a:gd name="connsiteX1" fmla="*/ 2117275 w 2117275"/>
                <a:gd name="connsiteY1" fmla="*/ 1927340 h 1939643"/>
                <a:gd name="connsiteX2" fmla="*/ 42210 w 2117275"/>
                <a:gd name="connsiteY2" fmla="*/ 1939643 h 1939643"/>
                <a:gd name="connsiteX3" fmla="*/ 0 w 2117275"/>
                <a:gd name="connsiteY3" fmla="*/ 0 h 1939643"/>
                <a:gd name="connsiteX0" fmla="*/ 0 w 2117275"/>
                <a:gd name="connsiteY0" fmla="*/ 0 h 1939643"/>
                <a:gd name="connsiteX1" fmla="*/ 2117275 w 2117275"/>
                <a:gd name="connsiteY1" fmla="*/ 1927340 h 1939643"/>
                <a:gd name="connsiteX2" fmla="*/ 21309 w 2117275"/>
                <a:gd name="connsiteY2" fmla="*/ 1939643 h 1939643"/>
                <a:gd name="connsiteX3" fmla="*/ 0 w 2117275"/>
                <a:gd name="connsiteY3" fmla="*/ 0 h 1939643"/>
                <a:gd name="connsiteX0" fmla="*/ 0 w 2117275"/>
                <a:gd name="connsiteY0" fmla="*/ 0 h 1939643"/>
                <a:gd name="connsiteX1" fmla="*/ 2117275 w 2117275"/>
                <a:gd name="connsiteY1" fmla="*/ 1927340 h 1939643"/>
                <a:gd name="connsiteX2" fmla="*/ 21309 w 2117275"/>
                <a:gd name="connsiteY2" fmla="*/ 1939643 h 1939643"/>
                <a:gd name="connsiteX3" fmla="*/ 0 w 2117275"/>
                <a:gd name="connsiteY3" fmla="*/ 0 h 1939643"/>
                <a:gd name="connsiteX0" fmla="*/ 205 w 2117480"/>
                <a:gd name="connsiteY0" fmla="*/ 0 h 1939643"/>
                <a:gd name="connsiteX1" fmla="*/ 2117480 w 2117480"/>
                <a:gd name="connsiteY1" fmla="*/ 1927340 h 1939643"/>
                <a:gd name="connsiteX2" fmla="*/ 612 w 2117480"/>
                <a:gd name="connsiteY2" fmla="*/ 1939643 h 1939643"/>
                <a:gd name="connsiteX3" fmla="*/ 205 w 2117480"/>
                <a:gd name="connsiteY3" fmla="*/ 0 h 1939643"/>
                <a:gd name="connsiteX0" fmla="*/ 205 w 2133157"/>
                <a:gd name="connsiteY0" fmla="*/ 0 h 1939643"/>
                <a:gd name="connsiteX1" fmla="*/ 2133157 w 2133157"/>
                <a:gd name="connsiteY1" fmla="*/ 1936819 h 1939643"/>
                <a:gd name="connsiteX2" fmla="*/ 612 w 2133157"/>
                <a:gd name="connsiteY2" fmla="*/ 1939643 h 1939643"/>
                <a:gd name="connsiteX3" fmla="*/ 205 w 2133157"/>
                <a:gd name="connsiteY3" fmla="*/ 0 h 1939643"/>
                <a:gd name="connsiteX0" fmla="*/ 205 w 2049550"/>
                <a:gd name="connsiteY0" fmla="*/ 0 h 1939643"/>
                <a:gd name="connsiteX1" fmla="*/ 2049550 w 2049550"/>
                <a:gd name="connsiteY1" fmla="*/ 1876787 h 1939643"/>
                <a:gd name="connsiteX2" fmla="*/ 612 w 2049550"/>
                <a:gd name="connsiteY2" fmla="*/ 1939643 h 1939643"/>
                <a:gd name="connsiteX3" fmla="*/ 205 w 2049550"/>
                <a:gd name="connsiteY3" fmla="*/ 0 h 1939643"/>
                <a:gd name="connsiteX0" fmla="*/ 205 w 2049550"/>
                <a:gd name="connsiteY0" fmla="*/ 0 h 1876787"/>
                <a:gd name="connsiteX1" fmla="*/ 2049550 w 2049550"/>
                <a:gd name="connsiteY1" fmla="*/ 1876787 h 1876787"/>
                <a:gd name="connsiteX2" fmla="*/ 612 w 2049550"/>
                <a:gd name="connsiteY2" fmla="*/ 1870132 h 1876787"/>
                <a:gd name="connsiteX3" fmla="*/ 205 w 2049550"/>
                <a:gd name="connsiteY3" fmla="*/ 0 h 1876787"/>
                <a:gd name="connsiteX0" fmla="*/ 205 w 2049550"/>
                <a:gd name="connsiteY0" fmla="*/ 0 h 1876787"/>
                <a:gd name="connsiteX1" fmla="*/ 2049550 w 2049550"/>
                <a:gd name="connsiteY1" fmla="*/ 1876787 h 1876787"/>
                <a:gd name="connsiteX2" fmla="*/ 612 w 2049550"/>
                <a:gd name="connsiteY2" fmla="*/ 1873292 h 1876787"/>
                <a:gd name="connsiteX3" fmla="*/ 205 w 2049550"/>
                <a:gd name="connsiteY3" fmla="*/ 0 h 1876787"/>
                <a:gd name="connsiteX0" fmla="*/ 205 w 2049550"/>
                <a:gd name="connsiteY0" fmla="*/ 0 h 1892585"/>
                <a:gd name="connsiteX1" fmla="*/ 2049550 w 2049550"/>
                <a:gd name="connsiteY1" fmla="*/ 1892585 h 1892585"/>
                <a:gd name="connsiteX2" fmla="*/ 612 w 2049550"/>
                <a:gd name="connsiteY2" fmla="*/ 1889090 h 1892585"/>
                <a:gd name="connsiteX3" fmla="*/ 205 w 2049550"/>
                <a:gd name="connsiteY3" fmla="*/ 0 h 1892585"/>
                <a:gd name="connsiteX0" fmla="*/ 205 w 2049550"/>
                <a:gd name="connsiteY0" fmla="*/ 0 h 1876787"/>
                <a:gd name="connsiteX1" fmla="*/ 2049550 w 2049550"/>
                <a:gd name="connsiteY1" fmla="*/ 1876787 h 1876787"/>
                <a:gd name="connsiteX2" fmla="*/ 612 w 2049550"/>
                <a:gd name="connsiteY2" fmla="*/ 1873292 h 1876787"/>
                <a:gd name="connsiteX3" fmla="*/ 205 w 2049550"/>
                <a:gd name="connsiteY3" fmla="*/ 0 h 1876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9550" h="1876787">
                  <a:moveTo>
                    <a:pt x="205" y="0"/>
                  </a:moveTo>
                  <a:lnTo>
                    <a:pt x="2049550" y="1876787"/>
                  </a:lnTo>
                  <a:lnTo>
                    <a:pt x="612" y="1873292"/>
                  </a:lnTo>
                  <a:cubicBezTo>
                    <a:pt x="-1333" y="1264325"/>
                    <a:pt x="2150" y="608967"/>
                    <a:pt x="205" y="0"/>
                  </a:cubicBezTo>
                  <a:close/>
                </a:path>
              </a:pathLst>
            </a:custGeom>
            <a:solidFill>
              <a:schemeClr val="bg1"/>
            </a:solidFill>
            <a:ln w="889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505462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D7C4767-E071-4315-8D0B-6E7D5EE855DB}"/>
              </a:ext>
            </a:extLst>
          </p:cNvPr>
          <p:cNvGrpSpPr/>
          <p:nvPr/>
        </p:nvGrpSpPr>
        <p:grpSpPr>
          <a:xfrm>
            <a:off x="2160661" y="393291"/>
            <a:ext cx="2588320" cy="3242988"/>
            <a:chOff x="2229483" y="1362856"/>
            <a:chExt cx="4171741" cy="5124127"/>
          </a:xfrm>
        </p:grpSpPr>
        <p:sp>
          <p:nvSpPr>
            <p:cNvPr id="29" name="Rectangle: Single Corner Snipped 28">
              <a:extLst>
                <a:ext uri="{FF2B5EF4-FFF2-40B4-BE49-F238E27FC236}">
                  <a16:creationId xmlns:a16="http://schemas.microsoft.com/office/drawing/2014/main" id="{88AB8829-82B5-4AA1-B111-E96D4F8FC9E2}"/>
                </a:ext>
              </a:extLst>
            </p:cNvPr>
            <p:cNvSpPr/>
            <p:nvPr/>
          </p:nvSpPr>
          <p:spPr>
            <a:xfrm>
              <a:off x="2229483" y="1362856"/>
              <a:ext cx="4171741" cy="5124127"/>
            </a:xfrm>
            <a:prstGeom prst="snip1Rect">
              <a:avLst>
                <a:gd name="adj" fmla="val 40264"/>
              </a:avLst>
            </a:prstGeom>
            <a:solidFill>
              <a:schemeClr val="bg1"/>
            </a:solidFill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WordArt 7">
              <a:extLst>
                <a:ext uri="{FF2B5EF4-FFF2-40B4-BE49-F238E27FC236}">
                  <a16:creationId xmlns:a16="http://schemas.microsoft.com/office/drawing/2014/main" id="{7045545B-953D-48A7-BC6D-B8EA1F688C0B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550578" y="2326161"/>
              <a:ext cx="3388400" cy="3944192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157" b="1" kern="10" dirty="0">
                  <a:ln w="9360">
                    <a:solidFill>
                      <a:srgbClr val="000000"/>
                    </a:solidFill>
                    <a:miter lim="800000"/>
                    <a:headEnd/>
                    <a:tailEnd/>
                  </a:ln>
                  <a:gradFill flip="none" rotWithShape="1">
                    <a:gsLst>
                      <a:gs pos="0">
                        <a:srgbClr val="000000"/>
                      </a:gs>
                      <a:gs pos="100000">
                        <a:srgbClr val="D5D5E5"/>
                      </a:gs>
                    </a:gsLst>
                    <a:lin ang="0" scaled="1"/>
                    <a:tileRect/>
                  </a:gra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21" name="WordArt 8">
              <a:extLst>
                <a:ext uri="{FF2B5EF4-FFF2-40B4-BE49-F238E27FC236}">
                  <a16:creationId xmlns:a16="http://schemas.microsoft.com/office/drawing/2014/main" id="{F0219BE6-C8CD-44C1-A1C7-FC6F7AD432D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428719" y="3621362"/>
              <a:ext cx="2092712" cy="263350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157" kern="10" dirty="0">
                  <a:ln w="76200">
                    <a:solidFill>
                      <a:srgbClr val="000000"/>
                    </a:solidFill>
                    <a:miter lim="800000"/>
                    <a:headEnd/>
                    <a:tailEnd/>
                  </a:ln>
                  <a:solidFill>
                    <a:srgbClr val="FFFFFF"/>
                  </a:solidFill>
                  <a:latin typeface="Source Sans Pro Black" panose="020B0803030403020204" pitchFamily="34" charset="0"/>
                  <a:ea typeface="Source Sans Pro Black" panose="020B0803030403020204" pitchFamily="34" charset="0"/>
                  <a:cs typeface="Cordia New" panose="020B0502040204020203" pitchFamily="34" charset="-34"/>
                </a:rPr>
                <a:t>f</a:t>
              </a: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01AB7D2-DD96-42CE-AE3F-480C7957FC21}"/>
                </a:ext>
              </a:extLst>
            </p:cNvPr>
            <p:cNvSpPr/>
            <p:nvPr/>
          </p:nvSpPr>
          <p:spPr>
            <a:xfrm>
              <a:off x="4708543" y="1421282"/>
              <a:ext cx="1631059" cy="1586109"/>
            </a:xfrm>
            <a:custGeom>
              <a:avLst/>
              <a:gdLst>
                <a:gd name="connsiteX0" fmla="*/ 9525 w 1971675"/>
                <a:gd name="connsiteY0" fmla="*/ 0 h 1824037"/>
                <a:gd name="connsiteX1" fmla="*/ 1971675 w 1971675"/>
                <a:gd name="connsiteY1" fmla="*/ 1795462 h 1824037"/>
                <a:gd name="connsiteX2" fmla="*/ 0 w 1971675"/>
                <a:gd name="connsiteY2" fmla="*/ 1824037 h 1824037"/>
                <a:gd name="connsiteX3" fmla="*/ 9525 w 1971675"/>
                <a:gd name="connsiteY3" fmla="*/ 0 h 1824037"/>
                <a:gd name="connsiteX0" fmla="*/ 0 w 1985963"/>
                <a:gd name="connsiteY0" fmla="*/ 0 h 1824037"/>
                <a:gd name="connsiteX1" fmla="*/ 1985963 w 1985963"/>
                <a:gd name="connsiteY1" fmla="*/ 1795462 h 1824037"/>
                <a:gd name="connsiteX2" fmla="*/ 14288 w 1985963"/>
                <a:gd name="connsiteY2" fmla="*/ 1824037 h 1824037"/>
                <a:gd name="connsiteX3" fmla="*/ 0 w 1985963"/>
                <a:gd name="connsiteY3" fmla="*/ 0 h 1824037"/>
                <a:gd name="connsiteX0" fmla="*/ 0 w 1966913"/>
                <a:gd name="connsiteY0" fmla="*/ 0 h 1824037"/>
                <a:gd name="connsiteX1" fmla="*/ 1966913 w 1966913"/>
                <a:gd name="connsiteY1" fmla="*/ 1824037 h 1824037"/>
                <a:gd name="connsiteX2" fmla="*/ 14288 w 1966913"/>
                <a:gd name="connsiteY2" fmla="*/ 1824037 h 1824037"/>
                <a:gd name="connsiteX3" fmla="*/ 0 w 1966913"/>
                <a:gd name="connsiteY3" fmla="*/ 0 h 1824037"/>
                <a:gd name="connsiteX0" fmla="*/ 0 w 1962150"/>
                <a:gd name="connsiteY0" fmla="*/ 0 h 1795462"/>
                <a:gd name="connsiteX1" fmla="*/ 1962150 w 1962150"/>
                <a:gd name="connsiteY1" fmla="*/ 1795462 h 1795462"/>
                <a:gd name="connsiteX2" fmla="*/ 9525 w 1962150"/>
                <a:gd name="connsiteY2" fmla="*/ 1795462 h 1795462"/>
                <a:gd name="connsiteX3" fmla="*/ 0 w 1962150"/>
                <a:gd name="connsiteY3" fmla="*/ 0 h 1795462"/>
                <a:gd name="connsiteX0" fmla="*/ 0 w 1932644"/>
                <a:gd name="connsiteY0" fmla="*/ 0 h 1819914"/>
                <a:gd name="connsiteX1" fmla="*/ 1932644 w 1932644"/>
                <a:gd name="connsiteY1" fmla="*/ 1819914 h 1819914"/>
                <a:gd name="connsiteX2" fmla="*/ 9525 w 1932644"/>
                <a:gd name="connsiteY2" fmla="*/ 1795462 h 1819914"/>
                <a:gd name="connsiteX3" fmla="*/ 0 w 1932644"/>
                <a:gd name="connsiteY3" fmla="*/ 0 h 1819914"/>
                <a:gd name="connsiteX0" fmla="*/ 0 w 1932644"/>
                <a:gd name="connsiteY0" fmla="*/ 0 h 1826900"/>
                <a:gd name="connsiteX1" fmla="*/ 1932644 w 1932644"/>
                <a:gd name="connsiteY1" fmla="*/ 1819914 h 1826900"/>
                <a:gd name="connsiteX2" fmla="*/ 5836 w 1932644"/>
                <a:gd name="connsiteY2" fmla="*/ 1826900 h 1826900"/>
                <a:gd name="connsiteX3" fmla="*/ 0 w 1932644"/>
                <a:gd name="connsiteY3" fmla="*/ 0 h 1826900"/>
                <a:gd name="connsiteX0" fmla="*/ 0 w 1932644"/>
                <a:gd name="connsiteY0" fmla="*/ 0 h 1819914"/>
                <a:gd name="connsiteX1" fmla="*/ 1932644 w 1932644"/>
                <a:gd name="connsiteY1" fmla="*/ 1819914 h 1819914"/>
                <a:gd name="connsiteX2" fmla="*/ 2148 w 1932644"/>
                <a:gd name="connsiteY2" fmla="*/ 1816420 h 1819914"/>
                <a:gd name="connsiteX3" fmla="*/ 0 w 1932644"/>
                <a:gd name="connsiteY3" fmla="*/ 0 h 1819914"/>
                <a:gd name="connsiteX0" fmla="*/ 0 w 1970964"/>
                <a:gd name="connsiteY0" fmla="*/ 0 h 1816441"/>
                <a:gd name="connsiteX1" fmla="*/ 1970964 w 1970964"/>
                <a:gd name="connsiteY1" fmla="*/ 1772520 h 1816441"/>
                <a:gd name="connsiteX2" fmla="*/ 2148 w 1970964"/>
                <a:gd name="connsiteY2" fmla="*/ 1816420 h 1816441"/>
                <a:gd name="connsiteX3" fmla="*/ 0 w 1970964"/>
                <a:gd name="connsiteY3" fmla="*/ 0 h 1816441"/>
                <a:gd name="connsiteX0" fmla="*/ 1776 w 1972740"/>
                <a:gd name="connsiteY0" fmla="*/ 0 h 1791144"/>
                <a:gd name="connsiteX1" fmla="*/ 1972740 w 1972740"/>
                <a:gd name="connsiteY1" fmla="*/ 1772520 h 1791144"/>
                <a:gd name="connsiteX2" fmla="*/ 441 w 1972740"/>
                <a:gd name="connsiteY2" fmla="*/ 1791144 h 1791144"/>
                <a:gd name="connsiteX3" fmla="*/ 1776 w 1972740"/>
                <a:gd name="connsiteY3" fmla="*/ 0 h 1791144"/>
                <a:gd name="connsiteX0" fmla="*/ 172049 w 2143013"/>
                <a:gd name="connsiteY0" fmla="*/ 0 h 1895410"/>
                <a:gd name="connsiteX1" fmla="*/ 2143013 w 2143013"/>
                <a:gd name="connsiteY1" fmla="*/ 1772520 h 1895410"/>
                <a:gd name="connsiteX2" fmla="*/ 16 w 2143013"/>
                <a:gd name="connsiteY2" fmla="*/ 1895410 h 1895410"/>
                <a:gd name="connsiteX3" fmla="*/ 172049 w 2143013"/>
                <a:gd name="connsiteY3" fmla="*/ 0 h 1895410"/>
                <a:gd name="connsiteX0" fmla="*/ 172049 w 2156947"/>
                <a:gd name="connsiteY0" fmla="*/ 0 h 1902063"/>
                <a:gd name="connsiteX1" fmla="*/ 2156947 w 2156947"/>
                <a:gd name="connsiteY1" fmla="*/ 1902063 h 1902063"/>
                <a:gd name="connsiteX2" fmla="*/ 16 w 2156947"/>
                <a:gd name="connsiteY2" fmla="*/ 1895410 h 1902063"/>
                <a:gd name="connsiteX3" fmla="*/ 172049 w 2156947"/>
                <a:gd name="connsiteY3" fmla="*/ 0 h 1902063"/>
                <a:gd name="connsiteX0" fmla="*/ 0 w 2162562"/>
                <a:gd name="connsiteY0" fmla="*/ 0 h 1952616"/>
                <a:gd name="connsiteX1" fmla="*/ 2162562 w 2162562"/>
                <a:gd name="connsiteY1" fmla="*/ 1952616 h 1952616"/>
                <a:gd name="connsiteX2" fmla="*/ 5631 w 2162562"/>
                <a:gd name="connsiteY2" fmla="*/ 1945963 h 1952616"/>
                <a:gd name="connsiteX3" fmla="*/ 0 w 2162562"/>
                <a:gd name="connsiteY3" fmla="*/ 0 h 1952616"/>
                <a:gd name="connsiteX0" fmla="*/ 0 w 2159078"/>
                <a:gd name="connsiteY0" fmla="*/ 0 h 1892584"/>
                <a:gd name="connsiteX1" fmla="*/ 2159078 w 2159078"/>
                <a:gd name="connsiteY1" fmla="*/ 1892584 h 1892584"/>
                <a:gd name="connsiteX2" fmla="*/ 2147 w 2159078"/>
                <a:gd name="connsiteY2" fmla="*/ 1885931 h 1892584"/>
                <a:gd name="connsiteX3" fmla="*/ 0 w 2159078"/>
                <a:gd name="connsiteY3" fmla="*/ 0 h 1892584"/>
                <a:gd name="connsiteX0" fmla="*/ 0 w 2159078"/>
                <a:gd name="connsiteY0" fmla="*/ 0 h 1917861"/>
                <a:gd name="connsiteX1" fmla="*/ 2159078 w 2159078"/>
                <a:gd name="connsiteY1" fmla="*/ 1917861 h 1917861"/>
                <a:gd name="connsiteX2" fmla="*/ 2147 w 2159078"/>
                <a:gd name="connsiteY2" fmla="*/ 1885931 h 1917861"/>
                <a:gd name="connsiteX3" fmla="*/ 0 w 2159078"/>
                <a:gd name="connsiteY3" fmla="*/ 0 h 1917861"/>
                <a:gd name="connsiteX0" fmla="*/ 5105 w 2164183"/>
                <a:gd name="connsiteY0" fmla="*/ 0 h 1917861"/>
                <a:gd name="connsiteX1" fmla="*/ 2164183 w 2164183"/>
                <a:gd name="connsiteY1" fmla="*/ 1917861 h 1917861"/>
                <a:gd name="connsiteX2" fmla="*/ 285 w 2164183"/>
                <a:gd name="connsiteY2" fmla="*/ 1911207 h 1917861"/>
                <a:gd name="connsiteX3" fmla="*/ 5105 w 2164183"/>
                <a:gd name="connsiteY3" fmla="*/ 0 h 1917861"/>
                <a:gd name="connsiteX0" fmla="*/ 36242 w 2163967"/>
                <a:gd name="connsiteY0" fmla="*/ 0 h 1936818"/>
                <a:gd name="connsiteX1" fmla="*/ 2163967 w 2163967"/>
                <a:gd name="connsiteY1" fmla="*/ 1936818 h 1936818"/>
                <a:gd name="connsiteX2" fmla="*/ 69 w 2163967"/>
                <a:gd name="connsiteY2" fmla="*/ 1930164 h 1936818"/>
                <a:gd name="connsiteX3" fmla="*/ 36242 w 2163967"/>
                <a:gd name="connsiteY3" fmla="*/ 0 h 1936818"/>
                <a:gd name="connsiteX0" fmla="*/ 57120 w 2163944"/>
                <a:gd name="connsiteY0" fmla="*/ 0 h 1946297"/>
                <a:gd name="connsiteX1" fmla="*/ 2163944 w 2163944"/>
                <a:gd name="connsiteY1" fmla="*/ 1946297 h 1946297"/>
                <a:gd name="connsiteX2" fmla="*/ 46 w 2163944"/>
                <a:gd name="connsiteY2" fmla="*/ 1939643 h 1946297"/>
                <a:gd name="connsiteX3" fmla="*/ 57120 w 2163944"/>
                <a:gd name="connsiteY3" fmla="*/ 0 h 1946297"/>
                <a:gd name="connsiteX0" fmla="*/ 57120 w 2174395"/>
                <a:gd name="connsiteY0" fmla="*/ 0 h 1939643"/>
                <a:gd name="connsiteX1" fmla="*/ 2174395 w 2174395"/>
                <a:gd name="connsiteY1" fmla="*/ 1927340 h 1939643"/>
                <a:gd name="connsiteX2" fmla="*/ 46 w 2174395"/>
                <a:gd name="connsiteY2" fmla="*/ 1939643 h 1939643"/>
                <a:gd name="connsiteX3" fmla="*/ 57120 w 2174395"/>
                <a:gd name="connsiteY3" fmla="*/ 0 h 1939643"/>
                <a:gd name="connsiteX0" fmla="*/ 0 w 2117275"/>
                <a:gd name="connsiteY0" fmla="*/ 0 h 1939643"/>
                <a:gd name="connsiteX1" fmla="*/ 2117275 w 2117275"/>
                <a:gd name="connsiteY1" fmla="*/ 1927340 h 1939643"/>
                <a:gd name="connsiteX2" fmla="*/ 42210 w 2117275"/>
                <a:gd name="connsiteY2" fmla="*/ 1939643 h 1939643"/>
                <a:gd name="connsiteX3" fmla="*/ 0 w 2117275"/>
                <a:gd name="connsiteY3" fmla="*/ 0 h 1939643"/>
                <a:gd name="connsiteX0" fmla="*/ 0 w 2117275"/>
                <a:gd name="connsiteY0" fmla="*/ 0 h 1939643"/>
                <a:gd name="connsiteX1" fmla="*/ 2117275 w 2117275"/>
                <a:gd name="connsiteY1" fmla="*/ 1927340 h 1939643"/>
                <a:gd name="connsiteX2" fmla="*/ 21309 w 2117275"/>
                <a:gd name="connsiteY2" fmla="*/ 1939643 h 1939643"/>
                <a:gd name="connsiteX3" fmla="*/ 0 w 2117275"/>
                <a:gd name="connsiteY3" fmla="*/ 0 h 1939643"/>
                <a:gd name="connsiteX0" fmla="*/ 0 w 2117275"/>
                <a:gd name="connsiteY0" fmla="*/ 0 h 1939643"/>
                <a:gd name="connsiteX1" fmla="*/ 2117275 w 2117275"/>
                <a:gd name="connsiteY1" fmla="*/ 1927340 h 1939643"/>
                <a:gd name="connsiteX2" fmla="*/ 21309 w 2117275"/>
                <a:gd name="connsiteY2" fmla="*/ 1939643 h 1939643"/>
                <a:gd name="connsiteX3" fmla="*/ 0 w 2117275"/>
                <a:gd name="connsiteY3" fmla="*/ 0 h 1939643"/>
                <a:gd name="connsiteX0" fmla="*/ 205 w 2117480"/>
                <a:gd name="connsiteY0" fmla="*/ 0 h 1939643"/>
                <a:gd name="connsiteX1" fmla="*/ 2117480 w 2117480"/>
                <a:gd name="connsiteY1" fmla="*/ 1927340 h 1939643"/>
                <a:gd name="connsiteX2" fmla="*/ 612 w 2117480"/>
                <a:gd name="connsiteY2" fmla="*/ 1939643 h 1939643"/>
                <a:gd name="connsiteX3" fmla="*/ 205 w 2117480"/>
                <a:gd name="connsiteY3" fmla="*/ 0 h 1939643"/>
                <a:gd name="connsiteX0" fmla="*/ 205 w 2133157"/>
                <a:gd name="connsiteY0" fmla="*/ 0 h 1939643"/>
                <a:gd name="connsiteX1" fmla="*/ 2133157 w 2133157"/>
                <a:gd name="connsiteY1" fmla="*/ 1936819 h 1939643"/>
                <a:gd name="connsiteX2" fmla="*/ 612 w 2133157"/>
                <a:gd name="connsiteY2" fmla="*/ 1939643 h 1939643"/>
                <a:gd name="connsiteX3" fmla="*/ 205 w 2133157"/>
                <a:gd name="connsiteY3" fmla="*/ 0 h 1939643"/>
                <a:gd name="connsiteX0" fmla="*/ 205 w 2049550"/>
                <a:gd name="connsiteY0" fmla="*/ 0 h 1939643"/>
                <a:gd name="connsiteX1" fmla="*/ 2049550 w 2049550"/>
                <a:gd name="connsiteY1" fmla="*/ 1876787 h 1939643"/>
                <a:gd name="connsiteX2" fmla="*/ 612 w 2049550"/>
                <a:gd name="connsiteY2" fmla="*/ 1939643 h 1939643"/>
                <a:gd name="connsiteX3" fmla="*/ 205 w 2049550"/>
                <a:gd name="connsiteY3" fmla="*/ 0 h 1939643"/>
                <a:gd name="connsiteX0" fmla="*/ 205 w 2049550"/>
                <a:gd name="connsiteY0" fmla="*/ 0 h 1876787"/>
                <a:gd name="connsiteX1" fmla="*/ 2049550 w 2049550"/>
                <a:gd name="connsiteY1" fmla="*/ 1876787 h 1876787"/>
                <a:gd name="connsiteX2" fmla="*/ 612 w 2049550"/>
                <a:gd name="connsiteY2" fmla="*/ 1870132 h 1876787"/>
                <a:gd name="connsiteX3" fmla="*/ 205 w 2049550"/>
                <a:gd name="connsiteY3" fmla="*/ 0 h 1876787"/>
                <a:gd name="connsiteX0" fmla="*/ 205 w 2049550"/>
                <a:gd name="connsiteY0" fmla="*/ 0 h 1876787"/>
                <a:gd name="connsiteX1" fmla="*/ 2049550 w 2049550"/>
                <a:gd name="connsiteY1" fmla="*/ 1876787 h 1876787"/>
                <a:gd name="connsiteX2" fmla="*/ 612 w 2049550"/>
                <a:gd name="connsiteY2" fmla="*/ 1873292 h 1876787"/>
                <a:gd name="connsiteX3" fmla="*/ 205 w 2049550"/>
                <a:gd name="connsiteY3" fmla="*/ 0 h 1876787"/>
                <a:gd name="connsiteX0" fmla="*/ 205 w 2049550"/>
                <a:gd name="connsiteY0" fmla="*/ 0 h 1892585"/>
                <a:gd name="connsiteX1" fmla="*/ 2049550 w 2049550"/>
                <a:gd name="connsiteY1" fmla="*/ 1892585 h 1892585"/>
                <a:gd name="connsiteX2" fmla="*/ 612 w 2049550"/>
                <a:gd name="connsiteY2" fmla="*/ 1889090 h 1892585"/>
                <a:gd name="connsiteX3" fmla="*/ 205 w 2049550"/>
                <a:gd name="connsiteY3" fmla="*/ 0 h 1892585"/>
                <a:gd name="connsiteX0" fmla="*/ 205 w 2049550"/>
                <a:gd name="connsiteY0" fmla="*/ 0 h 1876787"/>
                <a:gd name="connsiteX1" fmla="*/ 2049550 w 2049550"/>
                <a:gd name="connsiteY1" fmla="*/ 1876787 h 1876787"/>
                <a:gd name="connsiteX2" fmla="*/ 612 w 2049550"/>
                <a:gd name="connsiteY2" fmla="*/ 1873292 h 1876787"/>
                <a:gd name="connsiteX3" fmla="*/ 205 w 2049550"/>
                <a:gd name="connsiteY3" fmla="*/ 0 h 1876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9550" h="1876787">
                  <a:moveTo>
                    <a:pt x="205" y="0"/>
                  </a:moveTo>
                  <a:lnTo>
                    <a:pt x="2049550" y="1876787"/>
                  </a:lnTo>
                  <a:lnTo>
                    <a:pt x="612" y="1873292"/>
                  </a:lnTo>
                  <a:cubicBezTo>
                    <a:pt x="-1333" y="1264325"/>
                    <a:pt x="2150" y="608967"/>
                    <a:pt x="205" y="0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65544-5AD9-4283-9B00-23894F5B4C12}"/>
              </a:ext>
            </a:extLst>
          </p:cNvPr>
          <p:cNvGrpSpPr/>
          <p:nvPr/>
        </p:nvGrpSpPr>
        <p:grpSpPr>
          <a:xfrm>
            <a:off x="2229487" y="5462588"/>
            <a:ext cx="889951" cy="1169986"/>
            <a:chOff x="2229485" y="4286250"/>
            <a:chExt cx="1771015" cy="2346325"/>
          </a:xfrm>
        </p:grpSpPr>
        <p:sp>
          <p:nvSpPr>
            <p:cNvPr id="8" name="Rectangle: Single Corner Snipped 7">
              <a:extLst>
                <a:ext uri="{FF2B5EF4-FFF2-40B4-BE49-F238E27FC236}">
                  <a16:creationId xmlns:a16="http://schemas.microsoft.com/office/drawing/2014/main" id="{09E5196C-F73A-4A85-8F7E-7ED0397A01F2}"/>
                </a:ext>
              </a:extLst>
            </p:cNvPr>
            <p:cNvSpPr/>
            <p:nvPr/>
          </p:nvSpPr>
          <p:spPr>
            <a:xfrm>
              <a:off x="2229485" y="4286250"/>
              <a:ext cx="1771015" cy="2346325"/>
            </a:xfrm>
            <a:prstGeom prst="snip1Rect">
              <a:avLst>
                <a:gd name="adj" fmla="val 40264"/>
              </a:avLst>
            </a:prstGeom>
            <a:solidFill>
              <a:schemeClr val="bg1"/>
            </a:solidFill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WordArt 7">
              <a:extLst>
                <a:ext uri="{FF2B5EF4-FFF2-40B4-BE49-F238E27FC236}">
                  <a16:creationId xmlns:a16="http://schemas.microsoft.com/office/drawing/2014/main" id="{DFAD6D10-FB9D-457A-BA41-8E11A5668EF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365797" y="4800809"/>
              <a:ext cx="1438465" cy="1657574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157" b="1" kern="10" dirty="0">
                  <a:ln w="9360">
                    <a:solidFill>
                      <a:srgbClr val="000000"/>
                    </a:solidFill>
                    <a:miter lim="800000"/>
                    <a:headEnd/>
                    <a:tailEnd/>
                  </a:ln>
                  <a:gradFill flip="none" rotWithShape="1">
                    <a:gsLst>
                      <a:gs pos="0">
                        <a:srgbClr val="000000"/>
                      </a:gs>
                      <a:gs pos="100000">
                        <a:srgbClr val="D5D5E5"/>
                      </a:gs>
                    </a:gsLst>
                    <a:lin ang="0" scaled="1"/>
                    <a:tileRect/>
                  </a:gra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10" name="WordArt 8">
              <a:extLst>
                <a:ext uri="{FF2B5EF4-FFF2-40B4-BE49-F238E27FC236}">
                  <a16:creationId xmlns:a16="http://schemas.microsoft.com/office/drawing/2014/main" id="{DA78DA9D-12F3-4016-BB95-B1764DA246D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314066" y="5345127"/>
              <a:ext cx="888413" cy="1106751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157" kern="10" dirty="0"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  <a:solidFill>
                    <a:srgbClr val="FFFFFF"/>
                  </a:solidFill>
                  <a:latin typeface="Source Sans Pro Black" panose="020B0803030403020204" pitchFamily="34" charset="0"/>
                  <a:ea typeface="Source Sans Pro Black" panose="020B0803030403020204" pitchFamily="34" charset="0"/>
                  <a:cs typeface="Cordia New" panose="020B0502040204020203" pitchFamily="34" charset="-34"/>
                </a:rPr>
                <a:t>f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8B62F5A-C842-405D-B067-C761070F0082}"/>
                </a:ext>
              </a:extLst>
            </p:cNvPr>
            <p:cNvSpPr/>
            <p:nvPr/>
          </p:nvSpPr>
          <p:spPr>
            <a:xfrm>
              <a:off x="3294763" y="4334583"/>
              <a:ext cx="673405" cy="682327"/>
            </a:xfrm>
            <a:custGeom>
              <a:avLst/>
              <a:gdLst>
                <a:gd name="connsiteX0" fmla="*/ 9525 w 1971675"/>
                <a:gd name="connsiteY0" fmla="*/ 0 h 1824037"/>
                <a:gd name="connsiteX1" fmla="*/ 1971675 w 1971675"/>
                <a:gd name="connsiteY1" fmla="*/ 1795462 h 1824037"/>
                <a:gd name="connsiteX2" fmla="*/ 0 w 1971675"/>
                <a:gd name="connsiteY2" fmla="*/ 1824037 h 1824037"/>
                <a:gd name="connsiteX3" fmla="*/ 9525 w 1971675"/>
                <a:gd name="connsiteY3" fmla="*/ 0 h 1824037"/>
                <a:gd name="connsiteX0" fmla="*/ 0 w 1985963"/>
                <a:gd name="connsiteY0" fmla="*/ 0 h 1824037"/>
                <a:gd name="connsiteX1" fmla="*/ 1985963 w 1985963"/>
                <a:gd name="connsiteY1" fmla="*/ 1795462 h 1824037"/>
                <a:gd name="connsiteX2" fmla="*/ 14288 w 1985963"/>
                <a:gd name="connsiteY2" fmla="*/ 1824037 h 1824037"/>
                <a:gd name="connsiteX3" fmla="*/ 0 w 1985963"/>
                <a:gd name="connsiteY3" fmla="*/ 0 h 1824037"/>
                <a:gd name="connsiteX0" fmla="*/ 0 w 1966913"/>
                <a:gd name="connsiteY0" fmla="*/ 0 h 1824037"/>
                <a:gd name="connsiteX1" fmla="*/ 1966913 w 1966913"/>
                <a:gd name="connsiteY1" fmla="*/ 1824037 h 1824037"/>
                <a:gd name="connsiteX2" fmla="*/ 14288 w 1966913"/>
                <a:gd name="connsiteY2" fmla="*/ 1824037 h 1824037"/>
                <a:gd name="connsiteX3" fmla="*/ 0 w 1966913"/>
                <a:gd name="connsiteY3" fmla="*/ 0 h 1824037"/>
                <a:gd name="connsiteX0" fmla="*/ 0 w 1962150"/>
                <a:gd name="connsiteY0" fmla="*/ 0 h 1795462"/>
                <a:gd name="connsiteX1" fmla="*/ 1962150 w 1962150"/>
                <a:gd name="connsiteY1" fmla="*/ 1795462 h 1795462"/>
                <a:gd name="connsiteX2" fmla="*/ 9525 w 1962150"/>
                <a:gd name="connsiteY2" fmla="*/ 1795462 h 1795462"/>
                <a:gd name="connsiteX3" fmla="*/ 0 w 1962150"/>
                <a:gd name="connsiteY3" fmla="*/ 0 h 1795462"/>
                <a:gd name="connsiteX0" fmla="*/ 0 w 1932644"/>
                <a:gd name="connsiteY0" fmla="*/ 0 h 1819914"/>
                <a:gd name="connsiteX1" fmla="*/ 1932644 w 1932644"/>
                <a:gd name="connsiteY1" fmla="*/ 1819914 h 1819914"/>
                <a:gd name="connsiteX2" fmla="*/ 9525 w 1932644"/>
                <a:gd name="connsiteY2" fmla="*/ 1795462 h 1819914"/>
                <a:gd name="connsiteX3" fmla="*/ 0 w 1932644"/>
                <a:gd name="connsiteY3" fmla="*/ 0 h 1819914"/>
                <a:gd name="connsiteX0" fmla="*/ 0 w 1932644"/>
                <a:gd name="connsiteY0" fmla="*/ 0 h 1826900"/>
                <a:gd name="connsiteX1" fmla="*/ 1932644 w 1932644"/>
                <a:gd name="connsiteY1" fmla="*/ 1819914 h 1826900"/>
                <a:gd name="connsiteX2" fmla="*/ 5836 w 1932644"/>
                <a:gd name="connsiteY2" fmla="*/ 1826900 h 1826900"/>
                <a:gd name="connsiteX3" fmla="*/ 0 w 1932644"/>
                <a:gd name="connsiteY3" fmla="*/ 0 h 1826900"/>
                <a:gd name="connsiteX0" fmla="*/ 0 w 1932644"/>
                <a:gd name="connsiteY0" fmla="*/ 0 h 1819914"/>
                <a:gd name="connsiteX1" fmla="*/ 1932644 w 1932644"/>
                <a:gd name="connsiteY1" fmla="*/ 1819914 h 1819914"/>
                <a:gd name="connsiteX2" fmla="*/ 2148 w 1932644"/>
                <a:gd name="connsiteY2" fmla="*/ 1816420 h 1819914"/>
                <a:gd name="connsiteX3" fmla="*/ 0 w 1932644"/>
                <a:gd name="connsiteY3" fmla="*/ 0 h 1819914"/>
                <a:gd name="connsiteX0" fmla="*/ 0 w 1970964"/>
                <a:gd name="connsiteY0" fmla="*/ 0 h 1816441"/>
                <a:gd name="connsiteX1" fmla="*/ 1970964 w 1970964"/>
                <a:gd name="connsiteY1" fmla="*/ 1772520 h 1816441"/>
                <a:gd name="connsiteX2" fmla="*/ 2148 w 1970964"/>
                <a:gd name="connsiteY2" fmla="*/ 1816420 h 1816441"/>
                <a:gd name="connsiteX3" fmla="*/ 0 w 1970964"/>
                <a:gd name="connsiteY3" fmla="*/ 0 h 1816441"/>
                <a:gd name="connsiteX0" fmla="*/ 1776 w 1972740"/>
                <a:gd name="connsiteY0" fmla="*/ 0 h 1791144"/>
                <a:gd name="connsiteX1" fmla="*/ 1972740 w 1972740"/>
                <a:gd name="connsiteY1" fmla="*/ 1772520 h 1791144"/>
                <a:gd name="connsiteX2" fmla="*/ 441 w 1972740"/>
                <a:gd name="connsiteY2" fmla="*/ 1791144 h 1791144"/>
                <a:gd name="connsiteX3" fmla="*/ 1776 w 1972740"/>
                <a:gd name="connsiteY3" fmla="*/ 0 h 1791144"/>
                <a:gd name="connsiteX0" fmla="*/ 172049 w 2143013"/>
                <a:gd name="connsiteY0" fmla="*/ 0 h 1895410"/>
                <a:gd name="connsiteX1" fmla="*/ 2143013 w 2143013"/>
                <a:gd name="connsiteY1" fmla="*/ 1772520 h 1895410"/>
                <a:gd name="connsiteX2" fmla="*/ 16 w 2143013"/>
                <a:gd name="connsiteY2" fmla="*/ 1895410 h 1895410"/>
                <a:gd name="connsiteX3" fmla="*/ 172049 w 2143013"/>
                <a:gd name="connsiteY3" fmla="*/ 0 h 1895410"/>
                <a:gd name="connsiteX0" fmla="*/ 172049 w 2156947"/>
                <a:gd name="connsiteY0" fmla="*/ 0 h 1902063"/>
                <a:gd name="connsiteX1" fmla="*/ 2156947 w 2156947"/>
                <a:gd name="connsiteY1" fmla="*/ 1902063 h 1902063"/>
                <a:gd name="connsiteX2" fmla="*/ 16 w 2156947"/>
                <a:gd name="connsiteY2" fmla="*/ 1895410 h 1902063"/>
                <a:gd name="connsiteX3" fmla="*/ 172049 w 2156947"/>
                <a:gd name="connsiteY3" fmla="*/ 0 h 1902063"/>
                <a:gd name="connsiteX0" fmla="*/ 0 w 2162562"/>
                <a:gd name="connsiteY0" fmla="*/ 0 h 1952616"/>
                <a:gd name="connsiteX1" fmla="*/ 2162562 w 2162562"/>
                <a:gd name="connsiteY1" fmla="*/ 1952616 h 1952616"/>
                <a:gd name="connsiteX2" fmla="*/ 5631 w 2162562"/>
                <a:gd name="connsiteY2" fmla="*/ 1945963 h 1952616"/>
                <a:gd name="connsiteX3" fmla="*/ 0 w 2162562"/>
                <a:gd name="connsiteY3" fmla="*/ 0 h 1952616"/>
                <a:gd name="connsiteX0" fmla="*/ 0 w 2159078"/>
                <a:gd name="connsiteY0" fmla="*/ 0 h 1892584"/>
                <a:gd name="connsiteX1" fmla="*/ 2159078 w 2159078"/>
                <a:gd name="connsiteY1" fmla="*/ 1892584 h 1892584"/>
                <a:gd name="connsiteX2" fmla="*/ 2147 w 2159078"/>
                <a:gd name="connsiteY2" fmla="*/ 1885931 h 1892584"/>
                <a:gd name="connsiteX3" fmla="*/ 0 w 2159078"/>
                <a:gd name="connsiteY3" fmla="*/ 0 h 1892584"/>
                <a:gd name="connsiteX0" fmla="*/ 0 w 2159078"/>
                <a:gd name="connsiteY0" fmla="*/ 0 h 1917861"/>
                <a:gd name="connsiteX1" fmla="*/ 2159078 w 2159078"/>
                <a:gd name="connsiteY1" fmla="*/ 1917861 h 1917861"/>
                <a:gd name="connsiteX2" fmla="*/ 2147 w 2159078"/>
                <a:gd name="connsiteY2" fmla="*/ 1885931 h 1917861"/>
                <a:gd name="connsiteX3" fmla="*/ 0 w 2159078"/>
                <a:gd name="connsiteY3" fmla="*/ 0 h 1917861"/>
                <a:gd name="connsiteX0" fmla="*/ 5105 w 2164183"/>
                <a:gd name="connsiteY0" fmla="*/ 0 h 1917861"/>
                <a:gd name="connsiteX1" fmla="*/ 2164183 w 2164183"/>
                <a:gd name="connsiteY1" fmla="*/ 1917861 h 1917861"/>
                <a:gd name="connsiteX2" fmla="*/ 285 w 2164183"/>
                <a:gd name="connsiteY2" fmla="*/ 1911207 h 1917861"/>
                <a:gd name="connsiteX3" fmla="*/ 5105 w 2164183"/>
                <a:gd name="connsiteY3" fmla="*/ 0 h 1917861"/>
                <a:gd name="connsiteX0" fmla="*/ 36242 w 2163967"/>
                <a:gd name="connsiteY0" fmla="*/ 0 h 1936818"/>
                <a:gd name="connsiteX1" fmla="*/ 2163967 w 2163967"/>
                <a:gd name="connsiteY1" fmla="*/ 1936818 h 1936818"/>
                <a:gd name="connsiteX2" fmla="*/ 69 w 2163967"/>
                <a:gd name="connsiteY2" fmla="*/ 1930164 h 1936818"/>
                <a:gd name="connsiteX3" fmla="*/ 36242 w 2163967"/>
                <a:gd name="connsiteY3" fmla="*/ 0 h 1936818"/>
                <a:gd name="connsiteX0" fmla="*/ 57120 w 2163944"/>
                <a:gd name="connsiteY0" fmla="*/ 0 h 1946297"/>
                <a:gd name="connsiteX1" fmla="*/ 2163944 w 2163944"/>
                <a:gd name="connsiteY1" fmla="*/ 1946297 h 1946297"/>
                <a:gd name="connsiteX2" fmla="*/ 46 w 2163944"/>
                <a:gd name="connsiteY2" fmla="*/ 1939643 h 1946297"/>
                <a:gd name="connsiteX3" fmla="*/ 57120 w 2163944"/>
                <a:gd name="connsiteY3" fmla="*/ 0 h 1946297"/>
                <a:gd name="connsiteX0" fmla="*/ 57120 w 2174395"/>
                <a:gd name="connsiteY0" fmla="*/ 0 h 1939643"/>
                <a:gd name="connsiteX1" fmla="*/ 2174395 w 2174395"/>
                <a:gd name="connsiteY1" fmla="*/ 1927340 h 1939643"/>
                <a:gd name="connsiteX2" fmla="*/ 46 w 2174395"/>
                <a:gd name="connsiteY2" fmla="*/ 1939643 h 1939643"/>
                <a:gd name="connsiteX3" fmla="*/ 57120 w 2174395"/>
                <a:gd name="connsiteY3" fmla="*/ 0 h 1939643"/>
                <a:gd name="connsiteX0" fmla="*/ 0 w 2117275"/>
                <a:gd name="connsiteY0" fmla="*/ 0 h 1939643"/>
                <a:gd name="connsiteX1" fmla="*/ 2117275 w 2117275"/>
                <a:gd name="connsiteY1" fmla="*/ 1927340 h 1939643"/>
                <a:gd name="connsiteX2" fmla="*/ 42210 w 2117275"/>
                <a:gd name="connsiteY2" fmla="*/ 1939643 h 1939643"/>
                <a:gd name="connsiteX3" fmla="*/ 0 w 2117275"/>
                <a:gd name="connsiteY3" fmla="*/ 0 h 1939643"/>
                <a:gd name="connsiteX0" fmla="*/ 0 w 2117275"/>
                <a:gd name="connsiteY0" fmla="*/ 0 h 1939643"/>
                <a:gd name="connsiteX1" fmla="*/ 2117275 w 2117275"/>
                <a:gd name="connsiteY1" fmla="*/ 1927340 h 1939643"/>
                <a:gd name="connsiteX2" fmla="*/ 21309 w 2117275"/>
                <a:gd name="connsiteY2" fmla="*/ 1939643 h 1939643"/>
                <a:gd name="connsiteX3" fmla="*/ 0 w 2117275"/>
                <a:gd name="connsiteY3" fmla="*/ 0 h 1939643"/>
                <a:gd name="connsiteX0" fmla="*/ 0 w 2117275"/>
                <a:gd name="connsiteY0" fmla="*/ 0 h 1939643"/>
                <a:gd name="connsiteX1" fmla="*/ 2117275 w 2117275"/>
                <a:gd name="connsiteY1" fmla="*/ 1927340 h 1939643"/>
                <a:gd name="connsiteX2" fmla="*/ 21309 w 2117275"/>
                <a:gd name="connsiteY2" fmla="*/ 1939643 h 1939643"/>
                <a:gd name="connsiteX3" fmla="*/ 0 w 2117275"/>
                <a:gd name="connsiteY3" fmla="*/ 0 h 1939643"/>
                <a:gd name="connsiteX0" fmla="*/ 205 w 2117480"/>
                <a:gd name="connsiteY0" fmla="*/ 0 h 1939643"/>
                <a:gd name="connsiteX1" fmla="*/ 2117480 w 2117480"/>
                <a:gd name="connsiteY1" fmla="*/ 1927340 h 1939643"/>
                <a:gd name="connsiteX2" fmla="*/ 612 w 2117480"/>
                <a:gd name="connsiteY2" fmla="*/ 1939643 h 1939643"/>
                <a:gd name="connsiteX3" fmla="*/ 205 w 2117480"/>
                <a:gd name="connsiteY3" fmla="*/ 0 h 1939643"/>
                <a:gd name="connsiteX0" fmla="*/ 205 w 2133157"/>
                <a:gd name="connsiteY0" fmla="*/ 0 h 1939643"/>
                <a:gd name="connsiteX1" fmla="*/ 2133157 w 2133157"/>
                <a:gd name="connsiteY1" fmla="*/ 1936819 h 1939643"/>
                <a:gd name="connsiteX2" fmla="*/ 612 w 2133157"/>
                <a:gd name="connsiteY2" fmla="*/ 1939643 h 1939643"/>
                <a:gd name="connsiteX3" fmla="*/ 205 w 2133157"/>
                <a:gd name="connsiteY3" fmla="*/ 0 h 1939643"/>
                <a:gd name="connsiteX0" fmla="*/ 205 w 2049550"/>
                <a:gd name="connsiteY0" fmla="*/ 0 h 1939643"/>
                <a:gd name="connsiteX1" fmla="*/ 2049550 w 2049550"/>
                <a:gd name="connsiteY1" fmla="*/ 1876787 h 1939643"/>
                <a:gd name="connsiteX2" fmla="*/ 612 w 2049550"/>
                <a:gd name="connsiteY2" fmla="*/ 1939643 h 1939643"/>
                <a:gd name="connsiteX3" fmla="*/ 205 w 2049550"/>
                <a:gd name="connsiteY3" fmla="*/ 0 h 1939643"/>
                <a:gd name="connsiteX0" fmla="*/ 205 w 2049550"/>
                <a:gd name="connsiteY0" fmla="*/ 0 h 1876787"/>
                <a:gd name="connsiteX1" fmla="*/ 2049550 w 2049550"/>
                <a:gd name="connsiteY1" fmla="*/ 1876787 h 1876787"/>
                <a:gd name="connsiteX2" fmla="*/ 612 w 2049550"/>
                <a:gd name="connsiteY2" fmla="*/ 1870132 h 1876787"/>
                <a:gd name="connsiteX3" fmla="*/ 205 w 2049550"/>
                <a:gd name="connsiteY3" fmla="*/ 0 h 1876787"/>
                <a:gd name="connsiteX0" fmla="*/ 205 w 2049550"/>
                <a:gd name="connsiteY0" fmla="*/ 0 h 1876787"/>
                <a:gd name="connsiteX1" fmla="*/ 2049550 w 2049550"/>
                <a:gd name="connsiteY1" fmla="*/ 1876787 h 1876787"/>
                <a:gd name="connsiteX2" fmla="*/ 612 w 2049550"/>
                <a:gd name="connsiteY2" fmla="*/ 1873292 h 1876787"/>
                <a:gd name="connsiteX3" fmla="*/ 205 w 2049550"/>
                <a:gd name="connsiteY3" fmla="*/ 0 h 1876787"/>
                <a:gd name="connsiteX0" fmla="*/ 205 w 2049550"/>
                <a:gd name="connsiteY0" fmla="*/ 0 h 1892585"/>
                <a:gd name="connsiteX1" fmla="*/ 2049550 w 2049550"/>
                <a:gd name="connsiteY1" fmla="*/ 1892585 h 1892585"/>
                <a:gd name="connsiteX2" fmla="*/ 612 w 2049550"/>
                <a:gd name="connsiteY2" fmla="*/ 1889090 h 1892585"/>
                <a:gd name="connsiteX3" fmla="*/ 205 w 2049550"/>
                <a:gd name="connsiteY3" fmla="*/ 0 h 1892585"/>
                <a:gd name="connsiteX0" fmla="*/ 205 w 2049550"/>
                <a:gd name="connsiteY0" fmla="*/ 0 h 1876787"/>
                <a:gd name="connsiteX1" fmla="*/ 2049550 w 2049550"/>
                <a:gd name="connsiteY1" fmla="*/ 1876787 h 1876787"/>
                <a:gd name="connsiteX2" fmla="*/ 612 w 2049550"/>
                <a:gd name="connsiteY2" fmla="*/ 1873292 h 1876787"/>
                <a:gd name="connsiteX3" fmla="*/ 205 w 2049550"/>
                <a:gd name="connsiteY3" fmla="*/ 0 h 1876787"/>
                <a:gd name="connsiteX0" fmla="*/ 205 w 2049550"/>
                <a:gd name="connsiteY0" fmla="*/ 0 h 1952380"/>
                <a:gd name="connsiteX1" fmla="*/ 2049550 w 2049550"/>
                <a:gd name="connsiteY1" fmla="*/ 1952380 h 1952380"/>
                <a:gd name="connsiteX2" fmla="*/ 612 w 2049550"/>
                <a:gd name="connsiteY2" fmla="*/ 1873292 h 1952380"/>
                <a:gd name="connsiteX3" fmla="*/ 205 w 2049550"/>
                <a:gd name="connsiteY3" fmla="*/ 0 h 1952380"/>
                <a:gd name="connsiteX0" fmla="*/ 2 w 2049347"/>
                <a:gd name="connsiteY0" fmla="*/ 0 h 1961491"/>
                <a:gd name="connsiteX1" fmla="*/ 2049347 w 2049347"/>
                <a:gd name="connsiteY1" fmla="*/ 1952380 h 1961491"/>
                <a:gd name="connsiteX2" fmla="*/ 48755 w 2049347"/>
                <a:gd name="connsiteY2" fmla="*/ 1961491 h 1961491"/>
                <a:gd name="connsiteX3" fmla="*/ 2 w 2049347"/>
                <a:gd name="connsiteY3" fmla="*/ 0 h 1961491"/>
                <a:gd name="connsiteX0" fmla="*/ 0 w 2011518"/>
                <a:gd name="connsiteY0" fmla="*/ 0 h 2095944"/>
                <a:gd name="connsiteX1" fmla="*/ 2011518 w 2011518"/>
                <a:gd name="connsiteY1" fmla="*/ 2086833 h 2095944"/>
                <a:gd name="connsiteX2" fmla="*/ 10926 w 2011518"/>
                <a:gd name="connsiteY2" fmla="*/ 2095944 h 2095944"/>
                <a:gd name="connsiteX3" fmla="*/ 0 w 2011518"/>
                <a:gd name="connsiteY3" fmla="*/ 0 h 2095944"/>
                <a:gd name="connsiteX0" fmla="*/ 0 w 2049347"/>
                <a:gd name="connsiteY0" fmla="*/ 0 h 2154057"/>
                <a:gd name="connsiteX1" fmla="*/ 2049347 w 2049347"/>
                <a:gd name="connsiteY1" fmla="*/ 2154057 h 2154057"/>
                <a:gd name="connsiteX2" fmla="*/ 10926 w 2049347"/>
                <a:gd name="connsiteY2" fmla="*/ 2095944 h 2154057"/>
                <a:gd name="connsiteX3" fmla="*/ 0 w 2049347"/>
                <a:gd name="connsiteY3" fmla="*/ 0 h 2154057"/>
                <a:gd name="connsiteX0" fmla="*/ 0 w 2049347"/>
                <a:gd name="connsiteY0" fmla="*/ 0 h 2154057"/>
                <a:gd name="connsiteX1" fmla="*/ 2049347 w 2049347"/>
                <a:gd name="connsiteY1" fmla="*/ 2154057 h 2154057"/>
                <a:gd name="connsiteX2" fmla="*/ 10924 w 2049347"/>
                <a:gd name="connsiteY2" fmla="*/ 2149726 h 2154057"/>
                <a:gd name="connsiteX3" fmla="*/ 0 w 2049347"/>
                <a:gd name="connsiteY3" fmla="*/ 0 h 2154057"/>
                <a:gd name="connsiteX0" fmla="*/ 0 w 2049347"/>
                <a:gd name="connsiteY0" fmla="*/ 0 h 2059936"/>
                <a:gd name="connsiteX1" fmla="*/ 2049347 w 2049347"/>
                <a:gd name="connsiteY1" fmla="*/ 2059936 h 2059936"/>
                <a:gd name="connsiteX2" fmla="*/ 10924 w 2049347"/>
                <a:gd name="connsiteY2" fmla="*/ 2055605 h 2059936"/>
                <a:gd name="connsiteX3" fmla="*/ 0 w 2049347"/>
                <a:gd name="connsiteY3" fmla="*/ 0 h 2059936"/>
                <a:gd name="connsiteX0" fmla="*/ 0 w 2063372"/>
                <a:gd name="connsiteY0" fmla="*/ 0 h 2055605"/>
                <a:gd name="connsiteX1" fmla="*/ 2063372 w 2063372"/>
                <a:gd name="connsiteY1" fmla="*/ 1912033 h 2055605"/>
                <a:gd name="connsiteX2" fmla="*/ 10924 w 2063372"/>
                <a:gd name="connsiteY2" fmla="*/ 2055605 h 2055605"/>
                <a:gd name="connsiteX3" fmla="*/ 0 w 2063372"/>
                <a:gd name="connsiteY3" fmla="*/ 0 h 2055605"/>
                <a:gd name="connsiteX0" fmla="*/ 0 w 1993242"/>
                <a:gd name="connsiteY0" fmla="*/ 0 h 2055605"/>
                <a:gd name="connsiteX1" fmla="*/ 1993242 w 1993242"/>
                <a:gd name="connsiteY1" fmla="*/ 1912033 h 2055605"/>
                <a:gd name="connsiteX2" fmla="*/ 10924 w 1993242"/>
                <a:gd name="connsiteY2" fmla="*/ 2055605 h 2055605"/>
                <a:gd name="connsiteX3" fmla="*/ 0 w 1993242"/>
                <a:gd name="connsiteY3" fmla="*/ 0 h 2055605"/>
                <a:gd name="connsiteX0" fmla="*/ 0 w 1993242"/>
                <a:gd name="connsiteY0" fmla="*/ 0 h 1934596"/>
                <a:gd name="connsiteX1" fmla="*/ 1993242 w 1993242"/>
                <a:gd name="connsiteY1" fmla="*/ 1912033 h 1934596"/>
                <a:gd name="connsiteX2" fmla="*/ 10927 w 1993242"/>
                <a:gd name="connsiteY2" fmla="*/ 1934596 h 1934596"/>
                <a:gd name="connsiteX3" fmla="*/ 0 w 1993242"/>
                <a:gd name="connsiteY3" fmla="*/ 0 h 1934596"/>
                <a:gd name="connsiteX0" fmla="*/ 0 w 1993242"/>
                <a:gd name="connsiteY0" fmla="*/ 0 h 1921146"/>
                <a:gd name="connsiteX1" fmla="*/ 1993242 w 1993242"/>
                <a:gd name="connsiteY1" fmla="*/ 1912033 h 1921146"/>
                <a:gd name="connsiteX2" fmla="*/ 10927 w 1993242"/>
                <a:gd name="connsiteY2" fmla="*/ 1921146 h 1921146"/>
                <a:gd name="connsiteX3" fmla="*/ 0 w 1993242"/>
                <a:gd name="connsiteY3" fmla="*/ 0 h 192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3242" h="1921146">
                  <a:moveTo>
                    <a:pt x="0" y="0"/>
                  </a:moveTo>
                  <a:lnTo>
                    <a:pt x="1993242" y="1912033"/>
                  </a:lnTo>
                  <a:lnTo>
                    <a:pt x="10927" y="1921146"/>
                  </a:lnTo>
                  <a:cubicBezTo>
                    <a:pt x="8982" y="1312179"/>
                    <a:pt x="1945" y="608967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37713E-52AF-4C3F-8072-4AC234566BD6}"/>
              </a:ext>
            </a:extLst>
          </p:cNvPr>
          <p:cNvGrpSpPr/>
          <p:nvPr/>
        </p:nvGrpSpPr>
        <p:grpSpPr>
          <a:xfrm>
            <a:off x="4568827" y="6074568"/>
            <a:ext cx="474661" cy="588485"/>
            <a:chOff x="2229485" y="4286250"/>
            <a:chExt cx="1771015" cy="2346325"/>
          </a:xfrm>
        </p:grpSpPr>
        <p:sp>
          <p:nvSpPr>
            <p:cNvPr id="13" name="Rectangle: Single Corner Snipped 12">
              <a:extLst>
                <a:ext uri="{FF2B5EF4-FFF2-40B4-BE49-F238E27FC236}">
                  <a16:creationId xmlns:a16="http://schemas.microsoft.com/office/drawing/2014/main" id="{F65FB57E-91A0-4233-B5CF-4111C27C8707}"/>
                </a:ext>
              </a:extLst>
            </p:cNvPr>
            <p:cNvSpPr/>
            <p:nvPr/>
          </p:nvSpPr>
          <p:spPr>
            <a:xfrm>
              <a:off x="2229485" y="4286250"/>
              <a:ext cx="1771015" cy="2346325"/>
            </a:xfrm>
            <a:prstGeom prst="snip1Rect">
              <a:avLst>
                <a:gd name="adj" fmla="val 40264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WordArt 7">
              <a:extLst>
                <a:ext uri="{FF2B5EF4-FFF2-40B4-BE49-F238E27FC236}">
                  <a16:creationId xmlns:a16="http://schemas.microsoft.com/office/drawing/2014/main" id="{7771D09D-6644-4251-9C88-8E1F7600D00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365798" y="4855901"/>
              <a:ext cx="1403698" cy="1602475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157" b="1" kern="10" dirty="0"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gradFill flip="none" rotWithShape="1">
                    <a:gsLst>
                      <a:gs pos="0">
                        <a:srgbClr val="000000"/>
                      </a:gs>
                      <a:gs pos="100000">
                        <a:srgbClr val="D5D5E5"/>
                      </a:gs>
                    </a:gsLst>
                    <a:lin ang="0" scaled="1"/>
                    <a:tileRect/>
                  </a:gradFill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15" name="WordArt 8">
              <a:extLst>
                <a:ext uri="{FF2B5EF4-FFF2-40B4-BE49-F238E27FC236}">
                  <a16:creationId xmlns:a16="http://schemas.microsoft.com/office/drawing/2014/main" id="{448D5112-8102-4471-AF0D-BFD964A6577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314069" y="5416063"/>
              <a:ext cx="806846" cy="1035814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157" kern="10" dirty="0"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  <a:solidFill>
                    <a:srgbClr val="FFFFFF"/>
                  </a:solidFill>
                  <a:latin typeface="Source Sans Pro Black" panose="020B0803030403020204" pitchFamily="34" charset="0"/>
                  <a:ea typeface="Source Sans Pro Black" panose="020B0803030403020204" pitchFamily="34" charset="0"/>
                  <a:cs typeface="Cordia New" panose="020B0502040204020203" pitchFamily="34" charset="-34"/>
                </a:rPr>
                <a:t>f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695E5D0-BE1C-40FC-9F91-3ECDDF1C4176}"/>
                </a:ext>
              </a:extLst>
            </p:cNvPr>
            <p:cNvSpPr/>
            <p:nvPr/>
          </p:nvSpPr>
          <p:spPr>
            <a:xfrm>
              <a:off x="3294763" y="4334583"/>
              <a:ext cx="673405" cy="682327"/>
            </a:xfrm>
            <a:custGeom>
              <a:avLst/>
              <a:gdLst>
                <a:gd name="connsiteX0" fmla="*/ 9525 w 1971675"/>
                <a:gd name="connsiteY0" fmla="*/ 0 h 1824037"/>
                <a:gd name="connsiteX1" fmla="*/ 1971675 w 1971675"/>
                <a:gd name="connsiteY1" fmla="*/ 1795462 h 1824037"/>
                <a:gd name="connsiteX2" fmla="*/ 0 w 1971675"/>
                <a:gd name="connsiteY2" fmla="*/ 1824037 h 1824037"/>
                <a:gd name="connsiteX3" fmla="*/ 9525 w 1971675"/>
                <a:gd name="connsiteY3" fmla="*/ 0 h 1824037"/>
                <a:gd name="connsiteX0" fmla="*/ 0 w 1985963"/>
                <a:gd name="connsiteY0" fmla="*/ 0 h 1824037"/>
                <a:gd name="connsiteX1" fmla="*/ 1985963 w 1985963"/>
                <a:gd name="connsiteY1" fmla="*/ 1795462 h 1824037"/>
                <a:gd name="connsiteX2" fmla="*/ 14288 w 1985963"/>
                <a:gd name="connsiteY2" fmla="*/ 1824037 h 1824037"/>
                <a:gd name="connsiteX3" fmla="*/ 0 w 1985963"/>
                <a:gd name="connsiteY3" fmla="*/ 0 h 1824037"/>
                <a:gd name="connsiteX0" fmla="*/ 0 w 1966913"/>
                <a:gd name="connsiteY0" fmla="*/ 0 h 1824037"/>
                <a:gd name="connsiteX1" fmla="*/ 1966913 w 1966913"/>
                <a:gd name="connsiteY1" fmla="*/ 1824037 h 1824037"/>
                <a:gd name="connsiteX2" fmla="*/ 14288 w 1966913"/>
                <a:gd name="connsiteY2" fmla="*/ 1824037 h 1824037"/>
                <a:gd name="connsiteX3" fmla="*/ 0 w 1966913"/>
                <a:gd name="connsiteY3" fmla="*/ 0 h 1824037"/>
                <a:gd name="connsiteX0" fmla="*/ 0 w 1962150"/>
                <a:gd name="connsiteY0" fmla="*/ 0 h 1795462"/>
                <a:gd name="connsiteX1" fmla="*/ 1962150 w 1962150"/>
                <a:gd name="connsiteY1" fmla="*/ 1795462 h 1795462"/>
                <a:gd name="connsiteX2" fmla="*/ 9525 w 1962150"/>
                <a:gd name="connsiteY2" fmla="*/ 1795462 h 1795462"/>
                <a:gd name="connsiteX3" fmla="*/ 0 w 1962150"/>
                <a:gd name="connsiteY3" fmla="*/ 0 h 1795462"/>
                <a:gd name="connsiteX0" fmla="*/ 0 w 1932644"/>
                <a:gd name="connsiteY0" fmla="*/ 0 h 1819914"/>
                <a:gd name="connsiteX1" fmla="*/ 1932644 w 1932644"/>
                <a:gd name="connsiteY1" fmla="*/ 1819914 h 1819914"/>
                <a:gd name="connsiteX2" fmla="*/ 9525 w 1932644"/>
                <a:gd name="connsiteY2" fmla="*/ 1795462 h 1819914"/>
                <a:gd name="connsiteX3" fmla="*/ 0 w 1932644"/>
                <a:gd name="connsiteY3" fmla="*/ 0 h 1819914"/>
                <a:gd name="connsiteX0" fmla="*/ 0 w 1932644"/>
                <a:gd name="connsiteY0" fmla="*/ 0 h 1826900"/>
                <a:gd name="connsiteX1" fmla="*/ 1932644 w 1932644"/>
                <a:gd name="connsiteY1" fmla="*/ 1819914 h 1826900"/>
                <a:gd name="connsiteX2" fmla="*/ 5836 w 1932644"/>
                <a:gd name="connsiteY2" fmla="*/ 1826900 h 1826900"/>
                <a:gd name="connsiteX3" fmla="*/ 0 w 1932644"/>
                <a:gd name="connsiteY3" fmla="*/ 0 h 1826900"/>
                <a:gd name="connsiteX0" fmla="*/ 0 w 1932644"/>
                <a:gd name="connsiteY0" fmla="*/ 0 h 1819914"/>
                <a:gd name="connsiteX1" fmla="*/ 1932644 w 1932644"/>
                <a:gd name="connsiteY1" fmla="*/ 1819914 h 1819914"/>
                <a:gd name="connsiteX2" fmla="*/ 2148 w 1932644"/>
                <a:gd name="connsiteY2" fmla="*/ 1816420 h 1819914"/>
                <a:gd name="connsiteX3" fmla="*/ 0 w 1932644"/>
                <a:gd name="connsiteY3" fmla="*/ 0 h 1819914"/>
                <a:gd name="connsiteX0" fmla="*/ 0 w 1970964"/>
                <a:gd name="connsiteY0" fmla="*/ 0 h 1816441"/>
                <a:gd name="connsiteX1" fmla="*/ 1970964 w 1970964"/>
                <a:gd name="connsiteY1" fmla="*/ 1772520 h 1816441"/>
                <a:gd name="connsiteX2" fmla="*/ 2148 w 1970964"/>
                <a:gd name="connsiteY2" fmla="*/ 1816420 h 1816441"/>
                <a:gd name="connsiteX3" fmla="*/ 0 w 1970964"/>
                <a:gd name="connsiteY3" fmla="*/ 0 h 1816441"/>
                <a:gd name="connsiteX0" fmla="*/ 1776 w 1972740"/>
                <a:gd name="connsiteY0" fmla="*/ 0 h 1791144"/>
                <a:gd name="connsiteX1" fmla="*/ 1972740 w 1972740"/>
                <a:gd name="connsiteY1" fmla="*/ 1772520 h 1791144"/>
                <a:gd name="connsiteX2" fmla="*/ 441 w 1972740"/>
                <a:gd name="connsiteY2" fmla="*/ 1791144 h 1791144"/>
                <a:gd name="connsiteX3" fmla="*/ 1776 w 1972740"/>
                <a:gd name="connsiteY3" fmla="*/ 0 h 1791144"/>
                <a:gd name="connsiteX0" fmla="*/ 172049 w 2143013"/>
                <a:gd name="connsiteY0" fmla="*/ 0 h 1895410"/>
                <a:gd name="connsiteX1" fmla="*/ 2143013 w 2143013"/>
                <a:gd name="connsiteY1" fmla="*/ 1772520 h 1895410"/>
                <a:gd name="connsiteX2" fmla="*/ 16 w 2143013"/>
                <a:gd name="connsiteY2" fmla="*/ 1895410 h 1895410"/>
                <a:gd name="connsiteX3" fmla="*/ 172049 w 2143013"/>
                <a:gd name="connsiteY3" fmla="*/ 0 h 1895410"/>
                <a:gd name="connsiteX0" fmla="*/ 172049 w 2156947"/>
                <a:gd name="connsiteY0" fmla="*/ 0 h 1902063"/>
                <a:gd name="connsiteX1" fmla="*/ 2156947 w 2156947"/>
                <a:gd name="connsiteY1" fmla="*/ 1902063 h 1902063"/>
                <a:gd name="connsiteX2" fmla="*/ 16 w 2156947"/>
                <a:gd name="connsiteY2" fmla="*/ 1895410 h 1902063"/>
                <a:gd name="connsiteX3" fmla="*/ 172049 w 2156947"/>
                <a:gd name="connsiteY3" fmla="*/ 0 h 1902063"/>
                <a:gd name="connsiteX0" fmla="*/ 0 w 2162562"/>
                <a:gd name="connsiteY0" fmla="*/ 0 h 1952616"/>
                <a:gd name="connsiteX1" fmla="*/ 2162562 w 2162562"/>
                <a:gd name="connsiteY1" fmla="*/ 1952616 h 1952616"/>
                <a:gd name="connsiteX2" fmla="*/ 5631 w 2162562"/>
                <a:gd name="connsiteY2" fmla="*/ 1945963 h 1952616"/>
                <a:gd name="connsiteX3" fmla="*/ 0 w 2162562"/>
                <a:gd name="connsiteY3" fmla="*/ 0 h 1952616"/>
                <a:gd name="connsiteX0" fmla="*/ 0 w 2159078"/>
                <a:gd name="connsiteY0" fmla="*/ 0 h 1892584"/>
                <a:gd name="connsiteX1" fmla="*/ 2159078 w 2159078"/>
                <a:gd name="connsiteY1" fmla="*/ 1892584 h 1892584"/>
                <a:gd name="connsiteX2" fmla="*/ 2147 w 2159078"/>
                <a:gd name="connsiteY2" fmla="*/ 1885931 h 1892584"/>
                <a:gd name="connsiteX3" fmla="*/ 0 w 2159078"/>
                <a:gd name="connsiteY3" fmla="*/ 0 h 1892584"/>
                <a:gd name="connsiteX0" fmla="*/ 0 w 2159078"/>
                <a:gd name="connsiteY0" fmla="*/ 0 h 1917861"/>
                <a:gd name="connsiteX1" fmla="*/ 2159078 w 2159078"/>
                <a:gd name="connsiteY1" fmla="*/ 1917861 h 1917861"/>
                <a:gd name="connsiteX2" fmla="*/ 2147 w 2159078"/>
                <a:gd name="connsiteY2" fmla="*/ 1885931 h 1917861"/>
                <a:gd name="connsiteX3" fmla="*/ 0 w 2159078"/>
                <a:gd name="connsiteY3" fmla="*/ 0 h 1917861"/>
                <a:gd name="connsiteX0" fmla="*/ 5105 w 2164183"/>
                <a:gd name="connsiteY0" fmla="*/ 0 h 1917861"/>
                <a:gd name="connsiteX1" fmla="*/ 2164183 w 2164183"/>
                <a:gd name="connsiteY1" fmla="*/ 1917861 h 1917861"/>
                <a:gd name="connsiteX2" fmla="*/ 285 w 2164183"/>
                <a:gd name="connsiteY2" fmla="*/ 1911207 h 1917861"/>
                <a:gd name="connsiteX3" fmla="*/ 5105 w 2164183"/>
                <a:gd name="connsiteY3" fmla="*/ 0 h 1917861"/>
                <a:gd name="connsiteX0" fmla="*/ 36242 w 2163967"/>
                <a:gd name="connsiteY0" fmla="*/ 0 h 1936818"/>
                <a:gd name="connsiteX1" fmla="*/ 2163967 w 2163967"/>
                <a:gd name="connsiteY1" fmla="*/ 1936818 h 1936818"/>
                <a:gd name="connsiteX2" fmla="*/ 69 w 2163967"/>
                <a:gd name="connsiteY2" fmla="*/ 1930164 h 1936818"/>
                <a:gd name="connsiteX3" fmla="*/ 36242 w 2163967"/>
                <a:gd name="connsiteY3" fmla="*/ 0 h 1936818"/>
                <a:gd name="connsiteX0" fmla="*/ 57120 w 2163944"/>
                <a:gd name="connsiteY0" fmla="*/ 0 h 1946297"/>
                <a:gd name="connsiteX1" fmla="*/ 2163944 w 2163944"/>
                <a:gd name="connsiteY1" fmla="*/ 1946297 h 1946297"/>
                <a:gd name="connsiteX2" fmla="*/ 46 w 2163944"/>
                <a:gd name="connsiteY2" fmla="*/ 1939643 h 1946297"/>
                <a:gd name="connsiteX3" fmla="*/ 57120 w 2163944"/>
                <a:gd name="connsiteY3" fmla="*/ 0 h 1946297"/>
                <a:gd name="connsiteX0" fmla="*/ 57120 w 2174395"/>
                <a:gd name="connsiteY0" fmla="*/ 0 h 1939643"/>
                <a:gd name="connsiteX1" fmla="*/ 2174395 w 2174395"/>
                <a:gd name="connsiteY1" fmla="*/ 1927340 h 1939643"/>
                <a:gd name="connsiteX2" fmla="*/ 46 w 2174395"/>
                <a:gd name="connsiteY2" fmla="*/ 1939643 h 1939643"/>
                <a:gd name="connsiteX3" fmla="*/ 57120 w 2174395"/>
                <a:gd name="connsiteY3" fmla="*/ 0 h 1939643"/>
                <a:gd name="connsiteX0" fmla="*/ 0 w 2117275"/>
                <a:gd name="connsiteY0" fmla="*/ 0 h 1939643"/>
                <a:gd name="connsiteX1" fmla="*/ 2117275 w 2117275"/>
                <a:gd name="connsiteY1" fmla="*/ 1927340 h 1939643"/>
                <a:gd name="connsiteX2" fmla="*/ 42210 w 2117275"/>
                <a:gd name="connsiteY2" fmla="*/ 1939643 h 1939643"/>
                <a:gd name="connsiteX3" fmla="*/ 0 w 2117275"/>
                <a:gd name="connsiteY3" fmla="*/ 0 h 1939643"/>
                <a:gd name="connsiteX0" fmla="*/ 0 w 2117275"/>
                <a:gd name="connsiteY0" fmla="*/ 0 h 1939643"/>
                <a:gd name="connsiteX1" fmla="*/ 2117275 w 2117275"/>
                <a:gd name="connsiteY1" fmla="*/ 1927340 h 1939643"/>
                <a:gd name="connsiteX2" fmla="*/ 21309 w 2117275"/>
                <a:gd name="connsiteY2" fmla="*/ 1939643 h 1939643"/>
                <a:gd name="connsiteX3" fmla="*/ 0 w 2117275"/>
                <a:gd name="connsiteY3" fmla="*/ 0 h 1939643"/>
                <a:gd name="connsiteX0" fmla="*/ 0 w 2117275"/>
                <a:gd name="connsiteY0" fmla="*/ 0 h 1939643"/>
                <a:gd name="connsiteX1" fmla="*/ 2117275 w 2117275"/>
                <a:gd name="connsiteY1" fmla="*/ 1927340 h 1939643"/>
                <a:gd name="connsiteX2" fmla="*/ 21309 w 2117275"/>
                <a:gd name="connsiteY2" fmla="*/ 1939643 h 1939643"/>
                <a:gd name="connsiteX3" fmla="*/ 0 w 2117275"/>
                <a:gd name="connsiteY3" fmla="*/ 0 h 1939643"/>
                <a:gd name="connsiteX0" fmla="*/ 205 w 2117480"/>
                <a:gd name="connsiteY0" fmla="*/ 0 h 1939643"/>
                <a:gd name="connsiteX1" fmla="*/ 2117480 w 2117480"/>
                <a:gd name="connsiteY1" fmla="*/ 1927340 h 1939643"/>
                <a:gd name="connsiteX2" fmla="*/ 612 w 2117480"/>
                <a:gd name="connsiteY2" fmla="*/ 1939643 h 1939643"/>
                <a:gd name="connsiteX3" fmla="*/ 205 w 2117480"/>
                <a:gd name="connsiteY3" fmla="*/ 0 h 1939643"/>
                <a:gd name="connsiteX0" fmla="*/ 205 w 2133157"/>
                <a:gd name="connsiteY0" fmla="*/ 0 h 1939643"/>
                <a:gd name="connsiteX1" fmla="*/ 2133157 w 2133157"/>
                <a:gd name="connsiteY1" fmla="*/ 1936819 h 1939643"/>
                <a:gd name="connsiteX2" fmla="*/ 612 w 2133157"/>
                <a:gd name="connsiteY2" fmla="*/ 1939643 h 1939643"/>
                <a:gd name="connsiteX3" fmla="*/ 205 w 2133157"/>
                <a:gd name="connsiteY3" fmla="*/ 0 h 1939643"/>
                <a:gd name="connsiteX0" fmla="*/ 205 w 2049550"/>
                <a:gd name="connsiteY0" fmla="*/ 0 h 1939643"/>
                <a:gd name="connsiteX1" fmla="*/ 2049550 w 2049550"/>
                <a:gd name="connsiteY1" fmla="*/ 1876787 h 1939643"/>
                <a:gd name="connsiteX2" fmla="*/ 612 w 2049550"/>
                <a:gd name="connsiteY2" fmla="*/ 1939643 h 1939643"/>
                <a:gd name="connsiteX3" fmla="*/ 205 w 2049550"/>
                <a:gd name="connsiteY3" fmla="*/ 0 h 1939643"/>
                <a:gd name="connsiteX0" fmla="*/ 205 w 2049550"/>
                <a:gd name="connsiteY0" fmla="*/ 0 h 1876787"/>
                <a:gd name="connsiteX1" fmla="*/ 2049550 w 2049550"/>
                <a:gd name="connsiteY1" fmla="*/ 1876787 h 1876787"/>
                <a:gd name="connsiteX2" fmla="*/ 612 w 2049550"/>
                <a:gd name="connsiteY2" fmla="*/ 1870132 h 1876787"/>
                <a:gd name="connsiteX3" fmla="*/ 205 w 2049550"/>
                <a:gd name="connsiteY3" fmla="*/ 0 h 1876787"/>
                <a:gd name="connsiteX0" fmla="*/ 205 w 2049550"/>
                <a:gd name="connsiteY0" fmla="*/ 0 h 1876787"/>
                <a:gd name="connsiteX1" fmla="*/ 2049550 w 2049550"/>
                <a:gd name="connsiteY1" fmla="*/ 1876787 h 1876787"/>
                <a:gd name="connsiteX2" fmla="*/ 612 w 2049550"/>
                <a:gd name="connsiteY2" fmla="*/ 1873292 h 1876787"/>
                <a:gd name="connsiteX3" fmla="*/ 205 w 2049550"/>
                <a:gd name="connsiteY3" fmla="*/ 0 h 1876787"/>
                <a:gd name="connsiteX0" fmla="*/ 205 w 2049550"/>
                <a:gd name="connsiteY0" fmla="*/ 0 h 1892585"/>
                <a:gd name="connsiteX1" fmla="*/ 2049550 w 2049550"/>
                <a:gd name="connsiteY1" fmla="*/ 1892585 h 1892585"/>
                <a:gd name="connsiteX2" fmla="*/ 612 w 2049550"/>
                <a:gd name="connsiteY2" fmla="*/ 1889090 h 1892585"/>
                <a:gd name="connsiteX3" fmla="*/ 205 w 2049550"/>
                <a:gd name="connsiteY3" fmla="*/ 0 h 1892585"/>
                <a:gd name="connsiteX0" fmla="*/ 205 w 2049550"/>
                <a:gd name="connsiteY0" fmla="*/ 0 h 1876787"/>
                <a:gd name="connsiteX1" fmla="*/ 2049550 w 2049550"/>
                <a:gd name="connsiteY1" fmla="*/ 1876787 h 1876787"/>
                <a:gd name="connsiteX2" fmla="*/ 612 w 2049550"/>
                <a:gd name="connsiteY2" fmla="*/ 1873292 h 1876787"/>
                <a:gd name="connsiteX3" fmla="*/ 205 w 2049550"/>
                <a:gd name="connsiteY3" fmla="*/ 0 h 1876787"/>
                <a:gd name="connsiteX0" fmla="*/ 205 w 2049550"/>
                <a:gd name="connsiteY0" fmla="*/ 0 h 1952380"/>
                <a:gd name="connsiteX1" fmla="*/ 2049550 w 2049550"/>
                <a:gd name="connsiteY1" fmla="*/ 1952380 h 1952380"/>
                <a:gd name="connsiteX2" fmla="*/ 612 w 2049550"/>
                <a:gd name="connsiteY2" fmla="*/ 1873292 h 1952380"/>
                <a:gd name="connsiteX3" fmla="*/ 205 w 2049550"/>
                <a:gd name="connsiteY3" fmla="*/ 0 h 1952380"/>
                <a:gd name="connsiteX0" fmla="*/ 2 w 2049347"/>
                <a:gd name="connsiteY0" fmla="*/ 0 h 1961491"/>
                <a:gd name="connsiteX1" fmla="*/ 2049347 w 2049347"/>
                <a:gd name="connsiteY1" fmla="*/ 1952380 h 1961491"/>
                <a:gd name="connsiteX2" fmla="*/ 48755 w 2049347"/>
                <a:gd name="connsiteY2" fmla="*/ 1961491 h 1961491"/>
                <a:gd name="connsiteX3" fmla="*/ 2 w 2049347"/>
                <a:gd name="connsiteY3" fmla="*/ 0 h 1961491"/>
                <a:gd name="connsiteX0" fmla="*/ 0 w 2011518"/>
                <a:gd name="connsiteY0" fmla="*/ 0 h 2095944"/>
                <a:gd name="connsiteX1" fmla="*/ 2011518 w 2011518"/>
                <a:gd name="connsiteY1" fmla="*/ 2086833 h 2095944"/>
                <a:gd name="connsiteX2" fmla="*/ 10926 w 2011518"/>
                <a:gd name="connsiteY2" fmla="*/ 2095944 h 2095944"/>
                <a:gd name="connsiteX3" fmla="*/ 0 w 2011518"/>
                <a:gd name="connsiteY3" fmla="*/ 0 h 2095944"/>
                <a:gd name="connsiteX0" fmla="*/ 0 w 2049347"/>
                <a:gd name="connsiteY0" fmla="*/ 0 h 2154057"/>
                <a:gd name="connsiteX1" fmla="*/ 2049347 w 2049347"/>
                <a:gd name="connsiteY1" fmla="*/ 2154057 h 2154057"/>
                <a:gd name="connsiteX2" fmla="*/ 10926 w 2049347"/>
                <a:gd name="connsiteY2" fmla="*/ 2095944 h 2154057"/>
                <a:gd name="connsiteX3" fmla="*/ 0 w 2049347"/>
                <a:gd name="connsiteY3" fmla="*/ 0 h 2154057"/>
                <a:gd name="connsiteX0" fmla="*/ 0 w 2049347"/>
                <a:gd name="connsiteY0" fmla="*/ 0 h 2154057"/>
                <a:gd name="connsiteX1" fmla="*/ 2049347 w 2049347"/>
                <a:gd name="connsiteY1" fmla="*/ 2154057 h 2154057"/>
                <a:gd name="connsiteX2" fmla="*/ 10924 w 2049347"/>
                <a:gd name="connsiteY2" fmla="*/ 2149726 h 2154057"/>
                <a:gd name="connsiteX3" fmla="*/ 0 w 2049347"/>
                <a:gd name="connsiteY3" fmla="*/ 0 h 2154057"/>
                <a:gd name="connsiteX0" fmla="*/ 0 w 2049347"/>
                <a:gd name="connsiteY0" fmla="*/ 0 h 2059936"/>
                <a:gd name="connsiteX1" fmla="*/ 2049347 w 2049347"/>
                <a:gd name="connsiteY1" fmla="*/ 2059936 h 2059936"/>
                <a:gd name="connsiteX2" fmla="*/ 10924 w 2049347"/>
                <a:gd name="connsiteY2" fmla="*/ 2055605 h 2059936"/>
                <a:gd name="connsiteX3" fmla="*/ 0 w 2049347"/>
                <a:gd name="connsiteY3" fmla="*/ 0 h 2059936"/>
                <a:gd name="connsiteX0" fmla="*/ 0 w 2063372"/>
                <a:gd name="connsiteY0" fmla="*/ 0 h 2055605"/>
                <a:gd name="connsiteX1" fmla="*/ 2063372 w 2063372"/>
                <a:gd name="connsiteY1" fmla="*/ 1912033 h 2055605"/>
                <a:gd name="connsiteX2" fmla="*/ 10924 w 2063372"/>
                <a:gd name="connsiteY2" fmla="*/ 2055605 h 2055605"/>
                <a:gd name="connsiteX3" fmla="*/ 0 w 2063372"/>
                <a:gd name="connsiteY3" fmla="*/ 0 h 2055605"/>
                <a:gd name="connsiteX0" fmla="*/ 0 w 1993242"/>
                <a:gd name="connsiteY0" fmla="*/ 0 h 2055605"/>
                <a:gd name="connsiteX1" fmla="*/ 1993242 w 1993242"/>
                <a:gd name="connsiteY1" fmla="*/ 1912033 h 2055605"/>
                <a:gd name="connsiteX2" fmla="*/ 10924 w 1993242"/>
                <a:gd name="connsiteY2" fmla="*/ 2055605 h 2055605"/>
                <a:gd name="connsiteX3" fmla="*/ 0 w 1993242"/>
                <a:gd name="connsiteY3" fmla="*/ 0 h 2055605"/>
                <a:gd name="connsiteX0" fmla="*/ 0 w 1993242"/>
                <a:gd name="connsiteY0" fmla="*/ 0 h 1934596"/>
                <a:gd name="connsiteX1" fmla="*/ 1993242 w 1993242"/>
                <a:gd name="connsiteY1" fmla="*/ 1912033 h 1934596"/>
                <a:gd name="connsiteX2" fmla="*/ 10927 w 1993242"/>
                <a:gd name="connsiteY2" fmla="*/ 1934596 h 1934596"/>
                <a:gd name="connsiteX3" fmla="*/ 0 w 1993242"/>
                <a:gd name="connsiteY3" fmla="*/ 0 h 1934596"/>
                <a:gd name="connsiteX0" fmla="*/ 0 w 1993242"/>
                <a:gd name="connsiteY0" fmla="*/ 0 h 1921146"/>
                <a:gd name="connsiteX1" fmla="*/ 1993242 w 1993242"/>
                <a:gd name="connsiteY1" fmla="*/ 1912033 h 1921146"/>
                <a:gd name="connsiteX2" fmla="*/ 10927 w 1993242"/>
                <a:gd name="connsiteY2" fmla="*/ 1921146 h 1921146"/>
                <a:gd name="connsiteX3" fmla="*/ 0 w 1993242"/>
                <a:gd name="connsiteY3" fmla="*/ 0 h 192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3242" h="1921146">
                  <a:moveTo>
                    <a:pt x="0" y="0"/>
                  </a:moveTo>
                  <a:lnTo>
                    <a:pt x="1993242" y="1912033"/>
                  </a:lnTo>
                  <a:lnTo>
                    <a:pt x="10927" y="1921146"/>
                  </a:lnTo>
                  <a:cubicBezTo>
                    <a:pt x="8982" y="1312179"/>
                    <a:pt x="1945" y="608967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76441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593B74E2-AC59-4A0A-A652-8749FA57690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89813" y="1447803"/>
            <a:ext cx="1147762" cy="612775"/>
          </a:xfrm>
          <a:custGeom>
            <a:avLst/>
            <a:gdLst>
              <a:gd name="T0" fmla="*/ 0 w 2056"/>
              <a:gd name="T1" fmla="*/ 1164 h 1257"/>
              <a:gd name="T2" fmla="*/ 1582 w 2056"/>
              <a:gd name="T3" fmla="*/ 393 h 1257"/>
              <a:gd name="T4" fmla="*/ 1765 w 2056"/>
              <a:gd name="T5" fmla="*/ 231 h 1257"/>
              <a:gd name="T6" fmla="*/ 1936 w 2056"/>
              <a:gd name="T7" fmla="*/ 0 h 1257"/>
              <a:gd name="T8" fmla="*/ 2044 w 2056"/>
              <a:gd name="T9" fmla="*/ 51 h 1257"/>
              <a:gd name="T10" fmla="*/ 2056 w 2056"/>
              <a:gd name="T11" fmla="*/ 75 h 1257"/>
              <a:gd name="T12" fmla="*/ 2002 w 2056"/>
              <a:gd name="T13" fmla="*/ 312 h 1257"/>
              <a:gd name="T14" fmla="*/ 1852 w 2056"/>
              <a:gd name="T15" fmla="*/ 492 h 1257"/>
              <a:gd name="T16" fmla="*/ 1279 w 2056"/>
              <a:gd name="T17" fmla="*/ 867 h 1257"/>
              <a:gd name="T18" fmla="*/ 1036 w 2056"/>
              <a:gd name="T19" fmla="*/ 1005 h 1257"/>
              <a:gd name="T20" fmla="*/ 571 w 2056"/>
              <a:gd name="T21" fmla="*/ 1257 h 1257"/>
              <a:gd name="T22" fmla="*/ 495 w 2056"/>
              <a:gd name="T23" fmla="*/ 1231 h 1257"/>
              <a:gd name="T24" fmla="*/ 403 w 2056"/>
              <a:gd name="T25" fmla="*/ 1205 h 1257"/>
              <a:gd name="T26" fmla="*/ 220 w 2056"/>
              <a:gd name="T27" fmla="*/ 1177 h 1257"/>
              <a:gd name="T28" fmla="*/ 100 w 2056"/>
              <a:gd name="T29" fmla="*/ 1170 h 1257"/>
              <a:gd name="T30" fmla="*/ 0 w 2056"/>
              <a:gd name="T31" fmla="*/ 1164 h 1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056" h="1257">
                <a:moveTo>
                  <a:pt x="0" y="1164"/>
                </a:moveTo>
                <a:lnTo>
                  <a:pt x="1582" y="393"/>
                </a:lnTo>
                <a:lnTo>
                  <a:pt x="1765" y="231"/>
                </a:lnTo>
                <a:lnTo>
                  <a:pt x="1936" y="0"/>
                </a:lnTo>
                <a:lnTo>
                  <a:pt x="2044" y="51"/>
                </a:lnTo>
                <a:lnTo>
                  <a:pt x="2056" y="75"/>
                </a:lnTo>
                <a:lnTo>
                  <a:pt x="2002" y="312"/>
                </a:lnTo>
                <a:lnTo>
                  <a:pt x="1852" y="492"/>
                </a:lnTo>
                <a:lnTo>
                  <a:pt x="1279" y="867"/>
                </a:lnTo>
                <a:lnTo>
                  <a:pt x="1036" y="1005"/>
                </a:lnTo>
                <a:lnTo>
                  <a:pt x="571" y="1257"/>
                </a:lnTo>
                <a:lnTo>
                  <a:pt x="495" y="1231"/>
                </a:lnTo>
                <a:lnTo>
                  <a:pt x="403" y="1205"/>
                </a:lnTo>
                <a:lnTo>
                  <a:pt x="220" y="1177"/>
                </a:lnTo>
                <a:lnTo>
                  <a:pt x="100" y="1170"/>
                </a:lnTo>
                <a:lnTo>
                  <a:pt x="0" y="1164"/>
                </a:lnTo>
                <a:close/>
              </a:path>
            </a:pathLst>
          </a:custGeom>
          <a:gradFill rotWithShape="0">
            <a:gsLst>
              <a:gs pos="0">
                <a:srgbClr val="DBDBDB"/>
              </a:gs>
              <a:gs pos="100000">
                <a:srgbClr val="FFFFFF"/>
              </a:gs>
            </a:gsLst>
            <a:lin ang="108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CB1577DF-C3A0-4292-9767-7362AD15E8D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840913" y="1530353"/>
            <a:ext cx="139700" cy="377825"/>
          </a:xfrm>
          <a:custGeom>
            <a:avLst/>
            <a:gdLst>
              <a:gd name="T0" fmla="*/ 112 w 250"/>
              <a:gd name="T1" fmla="*/ 0 h 774"/>
              <a:gd name="T2" fmla="*/ 250 w 250"/>
              <a:gd name="T3" fmla="*/ 24 h 774"/>
              <a:gd name="T4" fmla="*/ 206 w 250"/>
              <a:gd name="T5" fmla="*/ 774 h 774"/>
              <a:gd name="T6" fmla="*/ 0 w 250"/>
              <a:gd name="T7" fmla="*/ 650 h 774"/>
              <a:gd name="T8" fmla="*/ 112 w 250"/>
              <a:gd name="T9" fmla="*/ 0 h 7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0" h="774">
                <a:moveTo>
                  <a:pt x="112" y="0"/>
                </a:moveTo>
                <a:lnTo>
                  <a:pt x="250" y="24"/>
                </a:lnTo>
                <a:lnTo>
                  <a:pt x="206" y="774"/>
                </a:lnTo>
                <a:lnTo>
                  <a:pt x="0" y="650"/>
                </a:lnTo>
                <a:lnTo>
                  <a:pt x="112" y="0"/>
                </a:lnTo>
                <a:close/>
              </a:path>
            </a:pathLst>
          </a:custGeom>
          <a:gradFill rotWithShape="0">
            <a:gsLst>
              <a:gs pos="0">
                <a:srgbClr val="DBDBDB"/>
              </a:gs>
              <a:gs pos="100000">
                <a:srgbClr val="FFFFFF"/>
              </a:gs>
            </a:gsLst>
            <a:lin ang="108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EF51F961-C0D5-4AEB-8962-5F2E12F6425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504113" y="1649413"/>
            <a:ext cx="169862" cy="36512"/>
          </a:xfrm>
          <a:custGeom>
            <a:avLst/>
            <a:gdLst>
              <a:gd name="T0" fmla="*/ 0 w 304"/>
              <a:gd name="T1" fmla="*/ 0 h 76"/>
              <a:gd name="T2" fmla="*/ 115 w 304"/>
              <a:gd name="T3" fmla="*/ 6 h 76"/>
              <a:gd name="T4" fmla="*/ 214 w 304"/>
              <a:gd name="T5" fmla="*/ 17 h 76"/>
              <a:gd name="T6" fmla="*/ 271 w 304"/>
              <a:gd name="T7" fmla="*/ 45 h 76"/>
              <a:gd name="T8" fmla="*/ 304 w 304"/>
              <a:gd name="T9" fmla="*/ 76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4" h="76">
                <a:moveTo>
                  <a:pt x="0" y="0"/>
                </a:moveTo>
                <a:lnTo>
                  <a:pt x="115" y="6"/>
                </a:lnTo>
                <a:lnTo>
                  <a:pt x="214" y="17"/>
                </a:lnTo>
                <a:lnTo>
                  <a:pt x="271" y="45"/>
                </a:lnTo>
                <a:lnTo>
                  <a:pt x="304" y="76"/>
                </a:ln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87C98C9F-0F01-45EF-97C3-759086CFDE2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419978" y="1566863"/>
            <a:ext cx="142875" cy="31750"/>
          </a:xfrm>
          <a:custGeom>
            <a:avLst/>
            <a:gdLst>
              <a:gd name="T0" fmla="*/ 0 w 255"/>
              <a:gd name="T1" fmla="*/ 0 h 66"/>
              <a:gd name="T2" fmla="*/ 72 w 255"/>
              <a:gd name="T3" fmla="*/ 1 h 66"/>
              <a:gd name="T4" fmla="*/ 171 w 255"/>
              <a:gd name="T5" fmla="*/ 12 h 66"/>
              <a:gd name="T6" fmla="*/ 228 w 255"/>
              <a:gd name="T7" fmla="*/ 40 h 66"/>
              <a:gd name="T8" fmla="*/ 255 w 255"/>
              <a:gd name="T9" fmla="*/ 66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5" h="66">
                <a:moveTo>
                  <a:pt x="0" y="0"/>
                </a:moveTo>
                <a:lnTo>
                  <a:pt x="72" y="1"/>
                </a:lnTo>
                <a:lnTo>
                  <a:pt x="171" y="12"/>
                </a:lnTo>
                <a:lnTo>
                  <a:pt x="228" y="40"/>
                </a:lnTo>
                <a:lnTo>
                  <a:pt x="255" y="66"/>
                </a:ln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4D5954BD-012F-45A7-B156-42986296500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764463" y="1547813"/>
            <a:ext cx="2101850" cy="806450"/>
          </a:xfrm>
          <a:custGeom>
            <a:avLst/>
            <a:gdLst>
              <a:gd name="T0" fmla="*/ 3763 w 3763"/>
              <a:gd name="T1" fmla="*/ 1576 h 1656"/>
              <a:gd name="T2" fmla="*/ 3760 w 3763"/>
              <a:gd name="T3" fmla="*/ 1590 h 1656"/>
              <a:gd name="T4" fmla="*/ 3733 w 3763"/>
              <a:gd name="T5" fmla="*/ 1609 h 1656"/>
              <a:gd name="T6" fmla="*/ 3702 w 3763"/>
              <a:gd name="T7" fmla="*/ 1623 h 1656"/>
              <a:gd name="T8" fmla="*/ 3620 w 3763"/>
              <a:gd name="T9" fmla="*/ 1642 h 1656"/>
              <a:gd name="T10" fmla="*/ 3519 w 3763"/>
              <a:gd name="T11" fmla="*/ 1656 h 1656"/>
              <a:gd name="T12" fmla="*/ 3389 w 3763"/>
              <a:gd name="T13" fmla="*/ 1656 h 1656"/>
              <a:gd name="T14" fmla="*/ 3221 w 3763"/>
              <a:gd name="T15" fmla="*/ 1642 h 1656"/>
              <a:gd name="T16" fmla="*/ 3053 w 3763"/>
              <a:gd name="T17" fmla="*/ 1623 h 1656"/>
              <a:gd name="T18" fmla="*/ 2880 w 3763"/>
              <a:gd name="T19" fmla="*/ 1594 h 1656"/>
              <a:gd name="T20" fmla="*/ 2686 w 3763"/>
              <a:gd name="T21" fmla="*/ 1546 h 1656"/>
              <a:gd name="T22" fmla="*/ 2530 w 3763"/>
              <a:gd name="T23" fmla="*/ 1498 h 1656"/>
              <a:gd name="T24" fmla="*/ 2357 w 3763"/>
              <a:gd name="T25" fmla="*/ 1440 h 1656"/>
              <a:gd name="T26" fmla="*/ 2208 w 3763"/>
              <a:gd name="T27" fmla="*/ 1383 h 1656"/>
              <a:gd name="T28" fmla="*/ 1748 w 3763"/>
              <a:gd name="T29" fmla="*/ 1234 h 1656"/>
              <a:gd name="T30" fmla="*/ 1471 w 3763"/>
              <a:gd name="T31" fmla="*/ 1159 h 1656"/>
              <a:gd name="T32" fmla="*/ 1239 w 3763"/>
              <a:gd name="T33" fmla="*/ 1100 h 1656"/>
              <a:gd name="T34" fmla="*/ 932 w 3763"/>
              <a:gd name="T35" fmla="*/ 1023 h 1656"/>
              <a:gd name="T36" fmla="*/ 706 w 3763"/>
              <a:gd name="T37" fmla="*/ 960 h 1656"/>
              <a:gd name="T38" fmla="*/ 490 w 3763"/>
              <a:gd name="T39" fmla="*/ 903 h 1656"/>
              <a:gd name="T40" fmla="*/ 316 w 3763"/>
              <a:gd name="T41" fmla="*/ 858 h 1656"/>
              <a:gd name="T42" fmla="*/ 168 w 3763"/>
              <a:gd name="T43" fmla="*/ 812 h 1656"/>
              <a:gd name="T44" fmla="*/ 60 w 3763"/>
              <a:gd name="T45" fmla="*/ 777 h 1656"/>
              <a:gd name="T46" fmla="*/ 0 w 3763"/>
              <a:gd name="T47" fmla="*/ 744 h 1656"/>
              <a:gd name="T48" fmla="*/ 44 w 3763"/>
              <a:gd name="T49" fmla="*/ 0 h 1656"/>
              <a:gd name="T50" fmla="*/ 308 w 3763"/>
              <a:gd name="T51" fmla="*/ 44 h 1656"/>
              <a:gd name="T52" fmla="*/ 336 w 3763"/>
              <a:gd name="T53" fmla="*/ 120 h 1656"/>
              <a:gd name="T54" fmla="*/ 360 w 3763"/>
              <a:gd name="T55" fmla="*/ 260 h 1656"/>
              <a:gd name="T56" fmla="*/ 385 w 3763"/>
              <a:gd name="T57" fmla="*/ 444 h 1656"/>
              <a:gd name="T58" fmla="*/ 423 w 3763"/>
              <a:gd name="T59" fmla="*/ 629 h 1656"/>
              <a:gd name="T60" fmla="*/ 441 w 3763"/>
              <a:gd name="T61" fmla="*/ 717 h 1656"/>
              <a:gd name="T62" fmla="*/ 481 w 3763"/>
              <a:gd name="T63" fmla="*/ 760 h 1656"/>
              <a:gd name="T64" fmla="*/ 528 w 3763"/>
              <a:gd name="T65" fmla="*/ 783 h 1656"/>
              <a:gd name="T66" fmla="*/ 634 w 3763"/>
              <a:gd name="T67" fmla="*/ 802 h 1656"/>
              <a:gd name="T68" fmla="*/ 879 w 3763"/>
              <a:gd name="T69" fmla="*/ 835 h 1656"/>
              <a:gd name="T70" fmla="*/ 1114 w 3763"/>
              <a:gd name="T71" fmla="*/ 869 h 1656"/>
              <a:gd name="T72" fmla="*/ 1344 w 3763"/>
              <a:gd name="T73" fmla="*/ 903 h 1656"/>
              <a:gd name="T74" fmla="*/ 1628 w 3763"/>
              <a:gd name="T75" fmla="*/ 927 h 1656"/>
              <a:gd name="T76" fmla="*/ 1848 w 3763"/>
              <a:gd name="T77" fmla="*/ 946 h 1656"/>
              <a:gd name="T78" fmla="*/ 2100 w 3763"/>
              <a:gd name="T79" fmla="*/ 954 h 1656"/>
              <a:gd name="T80" fmla="*/ 2271 w 3763"/>
              <a:gd name="T81" fmla="*/ 956 h 1656"/>
              <a:gd name="T82" fmla="*/ 2448 w 3763"/>
              <a:gd name="T83" fmla="*/ 965 h 1656"/>
              <a:gd name="T84" fmla="*/ 2592 w 3763"/>
              <a:gd name="T85" fmla="*/ 975 h 1656"/>
              <a:gd name="T86" fmla="*/ 2668 w 3763"/>
              <a:gd name="T87" fmla="*/ 984 h 1656"/>
              <a:gd name="T88" fmla="*/ 2743 w 3763"/>
              <a:gd name="T89" fmla="*/ 1002 h 1656"/>
              <a:gd name="T90" fmla="*/ 2913 w 3763"/>
              <a:gd name="T91" fmla="*/ 1047 h 1656"/>
              <a:gd name="T92" fmla="*/ 3096 w 3763"/>
              <a:gd name="T93" fmla="*/ 1116 h 1656"/>
              <a:gd name="T94" fmla="*/ 3245 w 3763"/>
              <a:gd name="T95" fmla="*/ 1191 h 1656"/>
              <a:gd name="T96" fmla="*/ 3360 w 3763"/>
              <a:gd name="T97" fmla="*/ 1258 h 1656"/>
              <a:gd name="T98" fmla="*/ 3524 w 3763"/>
              <a:gd name="T99" fmla="*/ 1359 h 1656"/>
              <a:gd name="T100" fmla="*/ 3639 w 3763"/>
              <a:gd name="T101" fmla="*/ 1445 h 1656"/>
              <a:gd name="T102" fmla="*/ 3702 w 3763"/>
              <a:gd name="T103" fmla="*/ 1501 h 1656"/>
              <a:gd name="T104" fmla="*/ 3747 w 3763"/>
              <a:gd name="T105" fmla="*/ 1549 h 1656"/>
              <a:gd name="T106" fmla="*/ 3763 w 3763"/>
              <a:gd name="T107" fmla="*/ 157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763" h="1656">
                <a:moveTo>
                  <a:pt x="3763" y="1576"/>
                </a:moveTo>
                <a:lnTo>
                  <a:pt x="3760" y="1590"/>
                </a:lnTo>
                <a:lnTo>
                  <a:pt x="3733" y="1609"/>
                </a:lnTo>
                <a:lnTo>
                  <a:pt x="3702" y="1623"/>
                </a:lnTo>
                <a:lnTo>
                  <a:pt x="3620" y="1642"/>
                </a:lnTo>
                <a:lnTo>
                  <a:pt x="3519" y="1656"/>
                </a:lnTo>
                <a:lnTo>
                  <a:pt x="3389" y="1656"/>
                </a:lnTo>
                <a:lnTo>
                  <a:pt x="3221" y="1642"/>
                </a:lnTo>
                <a:lnTo>
                  <a:pt x="3053" y="1623"/>
                </a:lnTo>
                <a:lnTo>
                  <a:pt x="2880" y="1594"/>
                </a:lnTo>
                <a:lnTo>
                  <a:pt x="2686" y="1546"/>
                </a:lnTo>
                <a:lnTo>
                  <a:pt x="2530" y="1498"/>
                </a:lnTo>
                <a:lnTo>
                  <a:pt x="2357" y="1440"/>
                </a:lnTo>
                <a:lnTo>
                  <a:pt x="2208" y="1383"/>
                </a:lnTo>
                <a:lnTo>
                  <a:pt x="1748" y="1234"/>
                </a:lnTo>
                <a:lnTo>
                  <a:pt x="1471" y="1159"/>
                </a:lnTo>
                <a:lnTo>
                  <a:pt x="1239" y="1100"/>
                </a:lnTo>
                <a:lnTo>
                  <a:pt x="932" y="1023"/>
                </a:lnTo>
                <a:lnTo>
                  <a:pt x="706" y="960"/>
                </a:lnTo>
                <a:lnTo>
                  <a:pt x="490" y="903"/>
                </a:lnTo>
                <a:lnTo>
                  <a:pt x="316" y="858"/>
                </a:lnTo>
                <a:lnTo>
                  <a:pt x="168" y="812"/>
                </a:lnTo>
                <a:lnTo>
                  <a:pt x="60" y="777"/>
                </a:lnTo>
                <a:lnTo>
                  <a:pt x="0" y="744"/>
                </a:lnTo>
                <a:lnTo>
                  <a:pt x="44" y="0"/>
                </a:lnTo>
                <a:lnTo>
                  <a:pt x="308" y="44"/>
                </a:lnTo>
                <a:lnTo>
                  <a:pt x="336" y="120"/>
                </a:lnTo>
                <a:lnTo>
                  <a:pt x="360" y="260"/>
                </a:lnTo>
                <a:lnTo>
                  <a:pt x="385" y="444"/>
                </a:lnTo>
                <a:lnTo>
                  <a:pt x="423" y="629"/>
                </a:lnTo>
                <a:lnTo>
                  <a:pt x="441" y="717"/>
                </a:lnTo>
                <a:lnTo>
                  <a:pt x="481" y="760"/>
                </a:lnTo>
                <a:lnTo>
                  <a:pt x="528" y="783"/>
                </a:lnTo>
                <a:lnTo>
                  <a:pt x="634" y="802"/>
                </a:lnTo>
                <a:lnTo>
                  <a:pt x="879" y="835"/>
                </a:lnTo>
                <a:lnTo>
                  <a:pt x="1114" y="869"/>
                </a:lnTo>
                <a:lnTo>
                  <a:pt x="1344" y="903"/>
                </a:lnTo>
                <a:lnTo>
                  <a:pt x="1628" y="927"/>
                </a:lnTo>
                <a:lnTo>
                  <a:pt x="1848" y="946"/>
                </a:lnTo>
                <a:lnTo>
                  <a:pt x="2100" y="954"/>
                </a:lnTo>
                <a:lnTo>
                  <a:pt x="2271" y="956"/>
                </a:lnTo>
                <a:lnTo>
                  <a:pt x="2448" y="965"/>
                </a:lnTo>
                <a:lnTo>
                  <a:pt x="2592" y="975"/>
                </a:lnTo>
                <a:lnTo>
                  <a:pt x="2668" y="984"/>
                </a:lnTo>
                <a:lnTo>
                  <a:pt x="2743" y="1002"/>
                </a:lnTo>
                <a:lnTo>
                  <a:pt x="2913" y="1047"/>
                </a:lnTo>
                <a:lnTo>
                  <a:pt x="3096" y="1116"/>
                </a:lnTo>
                <a:lnTo>
                  <a:pt x="3245" y="1191"/>
                </a:lnTo>
                <a:lnTo>
                  <a:pt x="3360" y="1258"/>
                </a:lnTo>
                <a:lnTo>
                  <a:pt x="3524" y="1359"/>
                </a:lnTo>
                <a:lnTo>
                  <a:pt x="3639" y="1445"/>
                </a:lnTo>
                <a:lnTo>
                  <a:pt x="3702" y="1501"/>
                </a:lnTo>
                <a:lnTo>
                  <a:pt x="3747" y="1549"/>
                </a:lnTo>
                <a:lnTo>
                  <a:pt x="3763" y="1576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80646A72-F631-4171-8BD0-1553F04FEC7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913688" y="2019303"/>
            <a:ext cx="533400" cy="233363"/>
          </a:xfrm>
          <a:custGeom>
            <a:avLst/>
            <a:gdLst>
              <a:gd name="T0" fmla="*/ 954 w 954"/>
              <a:gd name="T1" fmla="*/ 366 h 477"/>
              <a:gd name="T2" fmla="*/ 937 w 954"/>
              <a:gd name="T3" fmla="*/ 386 h 477"/>
              <a:gd name="T4" fmla="*/ 918 w 954"/>
              <a:gd name="T5" fmla="*/ 401 h 477"/>
              <a:gd name="T6" fmla="*/ 891 w 954"/>
              <a:gd name="T7" fmla="*/ 422 h 477"/>
              <a:gd name="T8" fmla="*/ 870 w 954"/>
              <a:gd name="T9" fmla="*/ 432 h 477"/>
              <a:gd name="T10" fmla="*/ 838 w 954"/>
              <a:gd name="T11" fmla="*/ 446 h 477"/>
              <a:gd name="T12" fmla="*/ 793 w 954"/>
              <a:gd name="T13" fmla="*/ 461 h 477"/>
              <a:gd name="T14" fmla="*/ 741 w 954"/>
              <a:gd name="T15" fmla="*/ 476 h 477"/>
              <a:gd name="T16" fmla="*/ 711 w 954"/>
              <a:gd name="T17" fmla="*/ 477 h 477"/>
              <a:gd name="T18" fmla="*/ 525 w 954"/>
              <a:gd name="T19" fmla="*/ 438 h 477"/>
              <a:gd name="T20" fmla="*/ 370 w 954"/>
              <a:gd name="T21" fmla="*/ 407 h 477"/>
              <a:gd name="T22" fmla="*/ 228 w 954"/>
              <a:gd name="T23" fmla="*/ 365 h 477"/>
              <a:gd name="T24" fmla="*/ 130 w 954"/>
              <a:gd name="T25" fmla="*/ 342 h 477"/>
              <a:gd name="T26" fmla="*/ 88 w 954"/>
              <a:gd name="T27" fmla="*/ 318 h 477"/>
              <a:gd name="T28" fmla="*/ 7 w 954"/>
              <a:gd name="T29" fmla="*/ 110 h 477"/>
              <a:gd name="T30" fmla="*/ 0 w 954"/>
              <a:gd name="T31" fmla="*/ 68 h 477"/>
              <a:gd name="T32" fmla="*/ 1 w 954"/>
              <a:gd name="T33" fmla="*/ 47 h 477"/>
              <a:gd name="T34" fmla="*/ 12 w 954"/>
              <a:gd name="T35" fmla="*/ 26 h 477"/>
              <a:gd name="T36" fmla="*/ 31 w 954"/>
              <a:gd name="T37" fmla="*/ 14 h 477"/>
              <a:gd name="T38" fmla="*/ 49 w 954"/>
              <a:gd name="T39" fmla="*/ 0 h 477"/>
              <a:gd name="T40" fmla="*/ 96 w 954"/>
              <a:gd name="T41" fmla="*/ 5 h 477"/>
              <a:gd name="T42" fmla="*/ 150 w 954"/>
              <a:gd name="T43" fmla="*/ 15 h 477"/>
              <a:gd name="T44" fmla="*/ 226 w 954"/>
              <a:gd name="T45" fmla="*/ 33 h 477"/>
              <a:gd name="T46" fmla="*/ 322 w 954"/>
              <a:gd name="T47" fmla="*/ 54 h 477"/>
              <a:gd name="T48" fmla="*/ 438 w 954"/>
              <a:gd name="T49" fmla="*/ 92 h 477"/>
              <a:gd name="T50" fmla="*/ 535 w 954"/>
              <a:gd name="T51" fmla="*/ 132 h 477"/>
              <a:gd name="T52" fmla="*/ 645 w 954"/>
              <a:gd name="T53" fmla="*/ 185 h 477"/>
              <a:gd name="T54" fmla="*/ 738 w 954"/>
              <a:gd name="T55" fmla="*/ 236 h 477"/>
              <a:gd name="T56" fmla="*/ 795 w 954"/>
              <a:gd name="T57" fmla="*/ 264 h 477"/>
              <a:gd name="T58" fmla="*/ 864 w 954"/>
              <a:gd name="T59" fmla="*/ 305 h 477"/>
              <a:gd name="T60" fmla="*/ 927 w 954"/>
              <a:gd name="T61" fmla="*/ 344 h 477"/>
              <a:gd name="T62" fmla="*/ 954 w 954"/>
              <a:gd name="T63" fmla="*/ 366 h 4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54" h="477">
                <a:moveTo>
                  <a:pt x="954" y="366"/>
                </a:moveTo>
                <a:lnTo>
                  <a:pt x="937" y="386"/>
                </a:lnTo>
                <a:lnTo>
                  <a:pt x="918" y="401"/>
                </a:lnTo>
                <a:lnTo>
                  <a:pt x="891" y="422"/>
                </a:lnTo>
                <a:lnTo>
                  <a:pt x="870" y="432"/>
                </a:lnTo>
                <a:lnTo>
                  <a:pt x="838" y="446"/>
                </a:lnTo>
                <a:lnTo>
                  <a:pt x="793" y="461"/>
                </a:lnTo>
                <a:lnTo>
                  <a:pt x="741" y="476"/>
                </a:lnTo>
                <a:lnTo>
                  <a:pt x="711" y="477"/>
                </a:lnTo>
                <a:lnTo>
                  <a:pt x="525" y="438"/>
                </a:lnTo>
                <a:lnTo>
                  <a:pt x="370" y="407"/>
                </a:lnTo>
                <a:lnTo>
                  <a:pt x="228" y="365"/>
                </a:lnTo>
                <a:lnTo>
                  <a:pt x="130" y="342"/>
                </a:lnTo>
                <a:lnTo>
                  <a:pt x="88" y="318"/>
                </a:lnTo>
                <a:lnTo>
                  <a:pt x="7" y="110"/>
                </a:lnTo>
                <a:lnTo>
                  <a:pt x="0" y="68"/>
                </a:lnTo>
                <a:lnTo>
                  <a:pt x="1" y="47"/>
                </a:lnTo>
                <a:lnTo>
                  <a:pt x="12" y="26"/>
                </a:lnTo>
                <a:lnTo>
                  <a:pt x="31" y="14"/>
                </a:lnTo>
                <a:lnTo>
                  <a:pt x="49" y="0"/>
                </a:lnTo>
                <a:lnTo>
                  <a:pt x="96" y="5"/>
                </a:lnTo>
                <a:lnTo>
                  <a:pt x="150" y="15"/>
                </a:lnTo>
                <a:lnTo>
                  <a:pt x="226" y="33"/>
                </a:lnTo>
                <a:lnTo>
                  <a:pt x="322" y="54"/>
                </a:lnTo>
                <a:lnTo>
                  <a:pt x="438" y="92"/>
                </a:lnTo>
                <a:lnTo>
                  <a:pt x="535" y="132"/>
                </a:lnTo>
                <a:lnTo>
                  <a:pt x="645" y="185"/>
                </a:lnTo>
                <a:lnTo>
                  <a:pt x="738" y="236"/>
                </a:lnTo>
                <a:lnTo>
                  <a:pt x="795" y="264"/>
                </a:lnTo>
                <a:lnTo>
                  <a:pt x="864" y="305"/>
                </a:lnTo>
                <a:lnTo>
                  <a:pt x="927" y="344"/>
                </a:lnTo>
                <a:lnTo>
                  <a:pt x="954" y="366"/>
                </a:lnTo>
                <a:close/>
              </a:path>
            </a:pathLst>
          </a:custGeom>
          <a:gradFill rotWithShape="0">
            <a:gsLst>
              <a:gs pos="0">
                <a:srgbClr val="FEFEFE"/>
              </a:gs>
              <a:gs pos="100000">
                <a:srgbClr val="000000"/>
              </a:gs>
            </a:gsLst>
            <a:path path="rect">
              <a:fillToRect l="50000" t="50000" r="50000" b="50000"/>
            </a:path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81971CDE-CA5F-4BE1-9D23-79C709322C4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177216" y="2073278"/>
            <a:ext cx="71437" cy="138113"/>
          </a:xfrm>
          <a:custGeom>
            <a:avLst/>
            <a:gdLst>
              <a:gd name="T0" fmla="*/ 128 w 128"/>
              <a:gd name="T1" fmla="*/ 0 h 282"/>
              <a:gd name="T2" fmla="*/ 75 w 128"/>
              <a:gd name="T3" fmla="*/ 47 h 282"/>
              <a:gd name="T4" fmla="*/ 47 w 128"/>
              <a:gd name="T5" fmla="*/ 85 h 282"/>
              <a:gd name="T6" fmla="*/ 17 w 128"/>
              <a:gd name="T7" fmla="*/ 154 h 282"/>
              <a:gd name="T8" fmla="*/ 6 w 128"/>
              <a:gd name="T9" fmla="*/ 218 h 282"/>
              <a:gd name="T10" fmla="*/ 0 w 128"/>
              <a:gd name="T11" fmla="*/ 282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8" h="282">
                <a:moveTo>
                  <a:pt x="128" y="0"/>
                </a:moveTo>
                <a:lnTo>
                  <a:pt x="75" y="47"/>
                </a:lnTo>
                <a:lnTo>
                  <a:pt x="47" y="85"/>
                </a:lnTo>
                <a:lnTo>
                  <a:pt x="17" y="154"/>
                </a:lnTo>
                <a:lnTo>
                  <a:pt x="6" y="218"/>
                </a:lnTo>
                <a:lnTo>
                  <a:pt x="0" y="282"/>
                </a:ln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07DA75F6-CCC9-455A-9516-0AA81EF2039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428038" y="2084391"/>
            <a:ext cx="1401762" cy="344487"/>
          </a:xfrm>
          <a:custGeom>
            <a:avLst/>
            <a:gdLst>
              <a:gd name="T0" fmla="*/ 1974 w 2508"/>
              <a:gd name="T1" fmla="*/ 15 h 708"/>
              <a:gd name="T2" fmla="*/ 1269 w 2508"/>
              <a:gd name="T3" fmla="*/ 281 h 708"/>
              <a:gd name="T4" fmla="*/ 390 w 2508"/>
              <a:gd name="T5" fmla="*/ 629 h 708"/>
              <a:gd name="T6" fmla="*/ 155 w 2508"/>
              <a:gd name="T7" fmla="*/ 576 h 708"/>
              <a:gd name="T8" fmla="*/ 46 w 2508"/>
              <a:gd name="T9" fmla="*/ 557 h 708"/>
              <a:gd name="T10" fmla="*/ 0 w 2508"/>
              <a:gd name="T11" fmla="*/ 549 h 708"/>
              <a:gd name="T12" fmla="*/ 333 w 2508"/>
              <a:gd name="T13" fmla="*/ 687 h 708"/>
              <a:gd name="T14" fmla="*/ 456 w 2508"/>
              <a:gd name="T15" fmla="*/ 708 h 708"/>
              <a:gd name="T16" fmla="*/ 746 w 2508"/>
              <a:gd name="T17" fmla="*/ 698 h 708"/>
              <a:gd name="T18" fmla="*/ 996 w 2508"/>
              <a:gd name="T19" fmla="*/ 629 h 708"/>
              <a:gd name="T20" fmla="*/ 1504 w 2508"/>
              <a:gd name="T21" fmla="*/ 478 h 708"/>
              <a:gd name="T22" fmla="*/ 2508 w 2508"/>
              <a:gd name="T23" fmla="*/ 132 h 708"/>
              <a:gd name="T24" fmla="*/ 2451 w 2508"/>
              <a:gd name="T25" fmla="*/ 69 h 708"/>
              <a:gd name="T26" fmla="*/ 2345 w 2508"/>
              <a:gd name="T27" fmla="*/ 23 h 708"/>
              <a:gd name="T28" fmla="*/ 2217 w 2508"/>
              <a:gd name="T29" fmla="*/ 0 h 708"/>
              <a:gd name="T30" fmla="*/ 2079 w 2508"/>
              <a:gd name="T31" fmla="*/ 0 h 708"/>
              <a:gd name="T32" fmla="*/ 1974 w 2508"/>
              <a:gd name="T33" fmla="*/ 15 h 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508" h="708">
                <a:moveTo>
                  <a:pt x="1974" y="15"/>
                </a:moveTo>
                <a:lnTo>
                  <a:pt x="1269" y="281"/>
                </a:lnTo>
                <a:lnTo>
                  <a:pt x="390" y="629"/>
                </a:lnTo>
                <a:lnTo>
                  <a:pt x="155" y="576"/>
                </a:lnTo>
                <a:lnTo>
                  <a:pt x="46" y="557"/>
                </a:lnTo>
                <a:lnTo>
                  <a:pt x="0" y="549"/>
                </a:lnTo>
                <a:lnTo>
                  <a:pt x="333" y="687"/>
                </a:lnTo>
                <a:lnTo>
                  <a:pt x="456" y="708"/>
                </a:lnTo>
                <a:lnTo>
                  <a:pt x="746" y="698"/>
                </a:lnTo>
                <a:lnTo>
                  <a:pt x="996" y="629"/>
                </a:lnTo>
                <a:lnTo>
                  <a:pt x="1504" y="478"/>
                </a:lnTo>
                <a:lnTo>
                  <a:pt x="2508" y="132"/>
                </a:lnTo>
                <a:lnTo>
                  <a:pt x="2451" y="69"/>
                </a:lnTo>
                <a:lnTo>
                  <a:pt x="2345" y="23"/>
                </a:lnTo>
                <a:lnTo>
                  <a:pt x="2217" y="0"/>
                </a:lnTo>
                <a:lnTo>
                  <a:pt x="2079" y="0"/>
                </a:lnTo>
                <a:lnTo>
                  <a:pt x="1974" y="15"/>
                </a:lnTo>
                <a:close/>
              </a:path>
            </a:pathLst>
          </a:custGeom>
          <a:gradFill rotWithShape="0">
            <a:gsLst>
              <a:gs pos="0">
                <a:srgbClr val="DBDBDB"/>
              </a:gs>
              <a:gs pos="100000">
                <a:srgbClr val="FFFFFF"/>
              </a:gs>
            </a:gsLst>
            <a:lin ang="108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E7F68A50-70AA-457A-8A71-9DEFEC4BDB6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551991" y="1470025"/>
            <a:ext cx="490537" cy="166688"/>
          </a:xfrm>
          <a:custGeom>
            <a:avLst/>
            <a:gdLst>
              <a:gd name="T0" fmla="*/ 0 w 879"/>
              <a:gd name="T1" fmla="*/ 297 h 342"/>
              <a:gd name="T2" fmla="*/ 318 w 879"/>
              <a:gd name="T3" fmla="*/ 153 h 342"/>
              <a:gd name="T4" fmla="*/ 369 w 879"/>
              <a:gd name="T5" fmla="*/ 132 h 342"/>
              <a:gd name="T6" fmla="*/ 717 w 879"/>
              <a:gd name="T7" fmla="*/ 0 h 342"/>
              <a:gd name="T8" fmla="*/ 831 w 879"/>
              <a:gd name="T9" fmla="*/ 21 h 342"/>
              <a:gd name="T10" fmla="*/ 870 w 879"/>
              <a:gd name="T11" fmla="*/ 42 h 342"/>
              <a:gd name="T12" fmla="*/ 879 w 879"/>
              <a:gd name="T13" fmla="*/ 72 h 342"/>
              <a:gd name="T14" fmla="*/ 801 w 879"/>
              <a:gd name="T15" fmla="*/ 129 h 342"/>
              <a:gd name="T16" fmla="*/ 657 w 879"/>
              <a:gd name="T17" fmla="*/ 225 h 342"/>
              <a:gd name="T18" fmla="*/ 474 w 879"/>
              <a:gd name="T19" fmla="*/ 276 h 342"/>
              <a:gd name="T20" fmla="*/ 285 w 879"/>
              <a:gd name="T21" fmla="*/ 331 h 342"/>
              <a:gd name="T22" fmla="*/ 219 w 879"/>
              <a:gd name="T23" fmla="*/ 342 h 342"/>
              <a:gd name="T24" fmla="*/ 149 w 879"/>
              <a:gd name="T25" fmla="*/ 341 h 342"/>
              <a:gd name="T26" fmla="*/ 60 w 879"/>
              <a:gd name="T27" fmla="*/ 333 h 342"/>
              <a:gd name="T28" fmla="*/ 0 w 879"/>
              <a:gd name="T29" fmla="*/ 297 h 3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79" h="342">
                <a:moveTo>
                  <a:pt x="0" y="297"/>
                </a:moveTo>
                <a:lnTo>
                  <a:pt x="318" y="153"/>
                </a:lnTo>
                <a:lnTo>
                  <a:pt x="369" y="132"/>
                </a:lnTo>
                <a:lnTo>
                  <a:pt x="717" y="0"/>
                </a:lnTo>
                <a:lnTo>
                  <a:pt x="831" y="21"/>
                </a:lnTo>
                <a:lnTo>
                  <a:pt x="870" y="42"/>
                </a:lnTo>
                <a:lnTo>
                  <a:pt x="879" y="72"/>
                </a:lnTo>
                <a:lnTo>
                  <a:pt x="801" y="129"/>
                </a:lnTo>
                <a:lnTo>
                  <a:pt x="657" y="225"/>
                </a:lnTo>
                <a:lnTo>
                  <a:pt x="474" y="276"/>
                </a:lnTo>
                <a:lnTo>
                  <a:pt x="285" y="331"/>
                </a:lnTo>
                <a:lnTo>
                  <a:pt x="219" y="342"/>
                </a:lnTo>
                <a:lnTo>
                  <a:pt x="149" y="341"/>
                </a:lnTo>
                <a:lnTo>
                  <a:pt x="60" y="333"/>
                </a:lnTo>
                <a:lnTo>
                  <a:pt x="0" y="297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DBDBDB"/>
              </a:gs>
              <a:gs pos="100000">
                <a:srgbClr val="FFFFFF"/>
              </a:gs>
            </a:gsLst>
            <a:lin ang="108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2049B2EB-EBC9-470C-89E6-CCFF92B411D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578978" y="2351091"/>
            <a:ext cx="250825" cy="77787"/>
          </a:xfrm>
          <a:custGeom>
            <a:avLst/>
            <a:gdLst>
              <a:gd name="T0" fmla="*/ 0 w 449"/>
              <a:gd name="T1" fmla="*/ 0 h 160"/>
              <a:gd name="T2" fmla="*/ 96 w 449"/>
              <a:gd name="T3" fmla="*/ 19 h 160"/>
              <a:gd name="T4" fmla="*/ 449 w 449"/>
              <a:gd name="T5" fmla="*/ 160 h 160"/>
              <a:gd name="T6" fmla="*/ 330 w 449"/>
              <a:gd name="T7" fmla="*/ 138 h 160"/>
              <a:gd name="T8" fmla="*/ 0 w 449"/>
              <a:gd name="T9" fmla="*/ 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" h="160">
                <a:moveTo>
                  <a:pt x="0" y="0"/>
                </a:moveTo>
                <a:lnTo>
                  <a:pt x="96" y="19"/>
                </a:lnTo>
                <a:lnTo>
                  <a:pt x="449" y="160"/>
                </a:lnTo>
                <a:lnTo>
                  <a:pt x="330" y="138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F0F0F"/>
              </a:gs>
              <a:gs pos="100000">
                <a:srgbClr val="FFFFFF"/>
              </a:gs>
            </a:gsLst>
            <a:lin ang="54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" name="Freeform 21">
            <a:extLst>
              <a:ext uri="{FF2B5EF4-FFF2-40B4-BE49-F238E27FC236}">
                <a16:creationId xmlns:a16="http://schemas.microsoft.com/office/drawing/2014/main" id="{7F6095AB-2A85-4593-8FC1-84F6F80F22C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413878" y="2390778"/>
            <a:ext cx="193675" cy="30163"/>
          </a:xfrm>
          <a:custGeom>
            <a:avLst/>
            <a:gdLst>
              <a:gd name="T0" fmla="*/ 0 w 347"/>
              <a:gd name="T1" fmla="*/ 0 h 63"/>
              <a:gd name="T2" fmla="*/ 118 w 347"/>
              <a:gd name="T3" fmla="*/ 1 h 63"/>
              <a:gd name="T4" fmla="*/ 214 w 347"/>
              <a:gd name="T5" fmla="*/ 17 h 63"/>
              <a:gd name="T6" fmla="*/ 287 w 347"/>
              <a:gd name="T7" fmla="*/ 42 h 63"/>
              <a:gd name="T8" fmla="*/ 347 w 347"/>
              <a:gd name="T9" fmla="*/ 63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7" h="63">
                <a:moveTo>
                  <a:pt x="0" y="0"/>
                </a:moveTo>
                <a:lnTo>
                  <a:pt x="118" y="1"/>
                </a:lnTo>
                <a:lnTo>
                  <a:pt x="214" y="17"/>
                </a:lnTo>
                <a:lnTo>
                  <a:pt x="287" y="42"/>
                </a:lnTo>
                <a:lnTo>
                  <a:pt x="347" y="63"/>
                </a:ln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99C349-58EE-4A7B-BA11-57A13A91B09E}"/>
              </a:ext>
            </a:extLst>
          </p:cNvPr>
          <p:cNvGrpSpPr/>
          <p:nvPr/>
        </p:nvGrpSpPr>
        <p:grpSpPr>
          <a:xfrm flipH="1">
            <a:off x="4317473" y="3902699"/>
            <a:ext cx="3072340" cy="1819373"/>
            <a:chOff x="2905919" y="3143249"/>
            <a:chExt cx="2652713" cy="981075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5BEC0742-5496-4565-A702-E75147D4C87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905919" y="3143249"/>
              <a:ext cx="1147762" cy="612775"/>
            </a:xfrm>
            <a:custGeom>
              <a:avLst/>
              <a:gdLst>
                <a:gd name="T0" fmla="*/ 0 w 2056"/>
                <a:gd name="T1" fmla="*/ 1164 h 1257"/>
                <a:gd name="T2" fmla="*/ 1582 w 2056"/>
                <a:gd name="T3" fmla="*/ 393 h 1257"/>
                <a:gd name="T4" fmla="*/ 1765 w 2056"/>
                <a:gd name="T5" fmla="*/ 231 h 1257"/>
                <a:gd name="T6" fmla="*/ 1936 w 2056"/>
                <a:gd name="T7" fmla="*/ 0 h 1257"/>
                <a:gd name="T8" fmla="*/ 2044 w 2056"/>
                <a:gd name="T9" fmla="*/ 51 h 1257"/>
                <a:gd name="T10" fmla="*/ 2056 w 2056"/>
                <a:gd name="T11" fmla="*/ 75 h 1257"/>
                <a:gd name="T12" fmla="*/ 2002 w 2056"/>
                <a:gd name="T13" fmla="*/ 312 h 1257"/>
                <a:gd name="T14" fmla="*/ 1852 w 2056"/>
                <a:gd name="T15" fmla="*/ 492 h 1257"/>
                <a:gd name="T16" fmla="*/ 1279 w 2056"/>
                <a:gd name="T17" fmla="*/ 867 h 1257"/>
                <a:gd name="T18" fmla="*/ 1036 w 2056"/>
                <a:gd name="T19" fmla="*/ 1005 h 1257"/>
                <a:gd name="T20" fmla="*/ 571 w 2056"/>
                <a:gd name="T21" fmla="*/ 1257 h 1257"/>
                <a:gd name="T22" fmla="*/ 495 w 2056"/>
                <a:gd name="T23" fmla="*/ 1231 h 1257"/>
                <a:gd name="T24" fmla="*/ 403 w 2056"/>
                <a:gd name="T25" fmla="*/ 1205 h 1257"/>
                <a:gd name="T26" fmla="*/ 220 w 2056"/>
                <a:gd name="T27" fmla="*/ 1177 h 1257"/>
                <a:gd name="T28" fmla="*/ 100 w 2056"/>
                <a:gd name="T29" fmla="*/ 1170 h 1257"/>
                <a:gd name="T30" fmla="*/ 0 w 2056"/>
                <a:gd name="T31" fmla="*/ 1164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56" h="1257">
                  <a:moveTo>
                    <a:pt x="0" y="1164"/>
                  </a:moveTo>
                  <a:lnTo>
                    <a:pt x="1582" y="393"/>
                  </a:lnTo>
                  <a:lnTo>
                    <a:pt x="1765" y="231"/>
                  </a:lnTo>
                  <a:lnTo>
                    <a:pt x="1936" y="0"/>
                  </a:lnTo>
                  <a:lnTo>
                    <a:pt x="2044" y="51"/>
                  </a:lnTo>
                  <a:lnTo>
                    <a:pt x="2056" y="75"/>
                  </a:lnTo>
                  <a:lnTo>
                    <a:pt x="2002" y="312"/>
                  </a:lnTo>
                  <a:lnTo>
                    <a:pt x="1852" y="492"/>
                  </a:lnTo>
                  <a:lnTo>
                    <a:pt x="1279" y="867"/>
                  </a:lnTo>
                  <a:lnTo>
                    <a:pt x="1036" y="1005"/>
                  </a:lnTo>
                  <a:lnTo>
                    <a:pt x="571" y="1257"/>
                  </a:lnTo>
                  <a:lnTo>
                    <a:pt x="495" y="1231"/>
                  </a:lnTo>
                  <a:lnTo>
                    <a:pt x="403" y="1205"/>
                  </a:lnTo>
                  <a:lnTo>
                    <a:pt x="220" y="1177"/>
                  </a:lnTo>
                  <a:lnTo>
                    <a:pt x="100" y="1170"/>
                  </a:lnTo>
                  <a:lnTo>
                    <a:pt x="0" y="1164"/>
                  </a:lnTo>
                  <a:close/>
                </a:path>
              </a:pathLst>
            </a:custGeom>
            <a:gradFill rotWithShape="0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10800000" scaled="1"/>
            </a:gradFill>
            <a:ln w="762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6D26AD7C-B4CA-4BB2-B16C-CA378F710E4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357019" y="3225799"/>
              <a:ext cx="139700" cy="377825"/>
            </a:xfrm>
            <a:custGeom>
              <a:avLst/>
              <a:gdLst>
                <a:gd name="T0" fmla="*/ 112 w 250"/>
                <a:gd name="T1" fmla="*/ 0 h 774"/>
                <a:gd name="T2" fmla="*/ 250 w 250"/>
                <a:gd name="T3" fmla="*/ 24 h 774"/>
                <a:gd name="T4" fmla="*/ 206 w 250"/>
                <a:gd name="T5" fmla="*/ 774 h 774"/>
                <a:gd name="T6" fmla="*/ 0 w 250"/>
                <a:gd name="T7" fmla="*/ 650 h 774"/>
                <a:gd name="T8" fmla="*/ 112 w 250"/>
                <a:gd name="T9" fmla="*/ 0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774">
                  <a:moveTo>
                    <a:pt x="112" y="0"/>
                  </a:moveTo>
                  <a:lnTo>
                    <a:pt x="250" y="24"/>
                  </a:lnTo>
                  <a:lnTo>
                    <a:pt x="206" y="774"/>
                  </a:lnTo>
                  <a:lnTo>
                    <a:pt x="0" y="650"/>
                  </a:lnTo>
                  <a:lnTo>
                    <a:pt x="112" y="0"/>
                  </a:lnTo>
                  <a:close/>
                </a:path>
              </a:pathLst>
            </a:custGeom>
            <a:gradFill rotWithShape="0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10800000" scaled="1"/>
            </a:gradFill>
            <a:ln w="762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F4C0DEE-4C4D-4040-89A9-E3E41A7E234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020219" y="3344861"/>
              <a:ext cx="169862" cy="36512"/>
            </a:xfrm>
            <a:custGeom>
              <a:avLst/>
              <a:gdLst>
                <a:gd name="T0" fmla="*/ 0 w 304"/>
                <a:gd name="T1" fmla="*/ 0 h 76"/>
                <a:gd name="T2" fmla="*/ 115 w 304"/>
                <a:gd name="T3" fmla="*/ 6 h 76"/>
                <a:gd name="T4" fmla="*/ 214 w 304"/>
                <a:gd name="T5" fmla="*/ 17 h 76"/>
                <a:gd name="T6" fmla="*/ 271 w 304"/>
                <a:gd name="T7" fmla="*/ 45 h 76"/>
                <a:gd name="T8" fmla="*/ 304 w 304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4" h="76">
                  <a:moveTo>
                    <a:pt x="0" y="0"/>
                  </a:moveTo>
                  <a:lnTo>
                    <a:pt x="115" y="6"/>
                  </a:lnTo>
                  <a:lnTo>
                    <a:pt x="214" y="17"/>
                  </a:lnTo>
                  <a:lnTo>
                    <a:pt x="271" y="45"/>
                  </a:lnTo>
                  <a:lnTo>
                    <a:pt x="304" y="76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20DA4A61-AD5B-432B-8949-028E2B0B54A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936082" y="3262311"/>
              <a:ext cx="142875" cy="31750"/>
            </a:xfrm>
            <a:custGeom>
              <a:avLst/>
              <a:gdLst>
                <a:gd name="T0" fmla="*/ 0 w 255"/>
                <a:gd name="T1" fmla="*/ 0 h 66"/>
                <a:gd name="T2" fmla="*/ 72 w 255"/>
                <a:gd name="T3" fmla="*/ 1 h 66"/>
                <a:gd name="T4" fmla="*/ 171 w 255"/>
                <a:gd name="T5" fmla="*/ 12 h 66"/>
                <a:gd name="T6" fmla="*/ 228 w 255"/>
                <a:gd name="T7" fmla="*/ 40 h 66"/>
                <a:gd name="T8" fmla="*/ 255 w 255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66">
                  <a:moveTo>
                    <a:pt x="0" y="0"/>
                  </a:moveTo>
                  <a:lnTo>
                    <a:pt x="72" y="1"/>
                  </a:lnTo>
                  <a:lnTo>
                    <a:pt x="171" y="12"/>
                  </a:lnTo>
                  <a:lnTo>
                    <a:pt x="228" y="40"/>
                  </a:lnTo>
                  <a:lnTo>
                    <a:pt x="255" y="66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9D01229C-D63B-43D7-9FC5-58734A9F96B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280569" y="3243261"/>
              <a:ext cx="2101850" cy="806450"/>
            </a:xfrm>
            <a:custGeom>
              <a:avLst/>
              <a:gdLst>
                <a:gd name="T0" fmla="*/ 3763 w 3763"/>
                <a:gd name="T1" fmla="*/ 1576 h 1656"/>
                <a:gd name="T2" fmla="*/ 3760 w 3763"/>
                <a:gd name="T3" fmla="*/ 1590 h 1656"/>
                <a:gd name="T4" fmla="*/ 3733 w 3763"/>
                <a:gd name="T5" fmla="*/ 1609 h 1656"/>
                <a:gd name="T6" fmla="*/ 3702 w 3763"/>
                <a:gd name="T7" fmla="*/ 1623 h 1656"/>
                <a:gd name="T8" fmla="*/ 3620 w 3763"/>
                <a:gd name="T9" fmla="*/ 1642 h 1656"/>
                <a:gd name="T10" fmla="*/ 3519 w 3763"/>
                <a:gd name="T11" fmla="*/ 1656 h 1656"/>
                <a:gd name="T12" fmla="*/ 3389 w 3763"/>
                <a:gd name="T13" fmla="*/ 1656 h 1656"/>
                <a:gd name="T14" fmla="*/ 3221 w 3763"/>
                <a:gd name="T15" fmla="*/ 1642 h 1656"/>
                <a:gd name="T16" fmla="*/ 3053 w 3763"/>
                <a:gd name="T17" fmla="*/ 1623 h 1656"/>
                <a:gd name="T18" fmla="*/ 2880 w 3763"/>
                <a:gd name="T19" fmla="*/ 1594 h 1656"/>
                <a:gd name="T20" fmla="*/ 2686 w 3763"/>
                <a:gd name="T21" fmla="*/ 1546 h 1656"/>
                <a:gd name="T22" fmla="*/ 2530 w 3763"/>
                <a:gd name="T23" fmla="*/ 1498 h 1656"/>
                <a:gd name="T24" fmla="*/ 2357 w 3763"/>
                <a:gd name="T25" fmla="*/ 1440 h 1656"/>
                <a:gd name="T26" fmla="*/ 2208 w 3763"/>
                <a:gd name="T27" fmla="*/ 1383 h 1656"/>
                <a:gd name="T28" fmla="*/ 1748 w 3763"/>
                <a:gd name="T29" fmla="*/ 1234 h 1656"/>
                <a:gd name="T30" fmla="*/ 1471 w 3763"/>
                <a:gd name="T31" fmla="*/ 1159 h 1656"/>
                <a:gd name="T32" fmla="*/ 1239 w 3763"/>
                <a:gd name="T33" fmla="*/ 1100 h 1656"/>
                <a:gd name="T34" fmla="*/ 932 w 3763"/>
                <a:gd name="T35" fmla="*/ 1023 h 1656"/>
                <a:gd name="T36" fmla="*/ 706 w 3763"/>
                <a:gd name="T37" fmla="*/ 960 h 1656"/>
                <a:gd name="T38" fmla="*/ 490 w 3763"/>
                <a:gd name="T39" fmla="*/ 903 h 1656"/>
                <a:gd name="T40" fmla="*/ 316 w 3763"/>
                <a:gd name="T41" fmla="*/ 858 h 1656"/>
                <a:gd name="T42" fmla="*/ 168 w 3763"/>
                <a:gd name="T43" fmla="*/ 812 h 1656"/>
                <a:gd name="T44" fmla="*/ 60 w 3763"/>
                <a:gd name="T45" fmla="*/ 777 h 1656"/>
                <a:gd name="T46" fmla="*/ 0 w 3763"/>
                <a:gd name="T47" fmla="*/ 744 h 1656"/>
                <a:gd name="T48" fmla="*/ 44 w 3763"/>
                <a:gd name="T49" fmla="*/ 0 h 1656"/>
                <a:gd name="T50" fmla="*/ 308 w 3763"/>
                <a:gd name="T51" fmla="*/ 44 h 1656"/>
                <a:gd name="T52" fmla="*/ 336 w 3763"/>
                <a:gd name="T53" fmla="*/ 120 h 1656"/>
                <a:gd name="T54" fmla="*/ 360 w 3763"/>
                <a:gd name="T55" fmla="*/ 260 h 1656"/>
                <a:gd name="T56" fmla="*/ 385 w 3763"/>
                <a:gd name="T57" fmla="*/ 444 h 1656"/>
                <a:gd name="T58" fmla="*/ 423 w 3763"/>
                <a:gd name="T59" fmla="*/ 629 h 1656"/>
                <a:gd name="T60" fmla="*/ 441 w 3763"/>
                <a:gd name="T61" fmla="*/ 717 h 1656"/>
                <a:gd name="T62" fmla="*/ 481 w 3763"/>
                <a:gd name="T63" fmla="*/ 760 h 1656"/>
                <a:gd name="T64" fmla="*/ 528 w 3763"/>
                <a:gd name="T65" fmla="*/ 783 h 1656"/>
                <a:gd name="T66" fmla="*/ 634 w 3763"/>
                <a:gd name="T67" fmla="*/ 802 h 1656"/>
                <a:gd name="T68" fmla="*/ 879 w 3763"/>
                <a:gd name="T69" fmla="*/ 835 h 1656"/>
                <a:gd name="T70" fmla="*/ 1114 w 3763"/>
                <a:gd name="T71" fmla="*/ 869 h 1656"/>
                <a:gd name="T72" fmla="*/ 1344 w 3763"/>
                <a:gd name="T73" fmla="*/ 903 h 1656"/>
                <a:gd name="T74" fmla="*/ 1628 w 3763"/>
                <a:gd name="T75" fmla="*/ 927 h 1656"/>
                <a:gd name="T76" fmla="*/ 1848 w 3763"/>
                <a:gd name="T77" fmla="*/ 946 h 1656"/>
                <a:gd name="T78" fmla="*/ 2100 w 3763"/>
                <a:gd name="T79" fmla="*/ 954 h 1656"/>
                <a:gd name="T80" fmla="*/ 2271 w 3763"/>
                <a:gd name="T81" fmla="*/ 956 h 1656"/>
                <a:gd name="T82" fmla="*/ 2448 w 3763"/>
                <a:gd name="T83" fmla="*/ 965 h 1656"/>
                <a:gd name="T84" fmla="*/ 2592 w 3763"/>
                <a:gd name="T85" fmla="*/ 975 h 1656"/>
                <a:gd name="T86" fmla="*/ 2668 w 3763"/>
                <a:gd name="T87" fmla="*/ 984 h 1656"/>
                <a:gd name="T88" fmla="*/ 2743 w 3763"/>
                <a:gd name="T89" fmla="*/ 1002 h 1656"/>
                <a:gd name="T90" fmla="*/ 2913 w 3763"/>
                <a:gd name="T91" fmla="*/ 1047 h 1656"/>
                <a:gd name="T92" fmla="*/ 3096 w 3763"/>
                <a:gd name="T93" fmla="*/ 1116 h 1656"/>
                <a:gd name="T94" fmla="*/ 3245 w 3763"/>
                <a:gd name="T95" fmla="*/ 1191 h 1656"/>
                <a:gd name="T96" fmla="*/ 3360 w 3763"/>
                <a:gd name="T97" fmla="*/ 1258 h 1656"/>
                <a:gd name="T98" fmla="*/ 3524 w 3763"/>
                <a:gd name="T99" fmla="*/ 1359 h 1656"/>
                <a:gd name="T100" fmla="*/ 3639 w 3763"/>
                <a:gd name="T101" fmla="*/ 1445 h 1656"/>
                <a:gd name="T102" fmla="*/ 3702 w 3763"/>
                <a:gd name="T103" fmla="*/ 1501 h 1656"/>
                <a:gd name="T104" fmla="*/ 3747 w 3763"/>
                <a:gd name="T105" fmla="*/ 1549 h 1656"/>
                <a:gd name="T106" fmla="*/ 3763 w 3763"/>
                <a:gd name="T107" fmla="*/ 1576 h 1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63" h="1656">
                  <a:moveTo>
                    <a:pt x="3763" y="1576"/>
                  </a:moveTo>
                  <a:lnTo>
                    <a:pt x="3760" y="1590"/>
                  </a:lnTo>
                  <a:lnTo>
                    <a:pt x="3733" y="1609"/>
                  </a:lnTo>
                  <a:lnTo>
                    <a:pt x="3702" y="1623"/>
                  </a:lnTo>
                  <a:lnTo>
                    <a:pt x="3620" y="1642"/>
                  </a:lnTo>
                  <a:lnTo>
                    <a:pt x="3519" y="1656"/>
                  </a:lnTo>
                  <a:lnTo>
                    <a:pt x="3389" y="1656"/>
                  </a:lnTo>
                  <a:lnTo>
                    <a:pt x="3221" y="1642"/>
                  </a:lnTo>
                  <a:lnTo>
                    <a:pt x="3053" y="1623"/>
                  </a:lnTo>
                  <a:lnTo>
                    <a:pt x="2880" y="1594"/>
                  </a:lnTo>
                  <a:lnTo>
                    <a:pt x="2686" y="1546"/>
                  </a:lnTo>
                  <a:lnTo>
                    <a:pt x="2530" y="1498"/>
                  </a:lnTo>
                  <a:lnTo>
                    <a:pt x="2357" y="1440"/>
                  </a:lnTo>
                  <a:lnTo>
                    <a:pt x="2208" y="1383"/>
                  </a:lnTo>
                  <a:lnTo>
                    <a:pt x="1748" y="1234"/>
                  </a:lnTo>
                  <a:lnTo>
                    <a:pt x="1471" y="1159"/>
                  </a:lnTo>
                  <a:lnTo>
                    <a:pt x="1239" y="1100"/>
                  </a:lnTo>
                  <a:lnTo>
                    <a:pt x="932" y="1023"/>
                  </a:lnTo>
                  <a:lnTo>
                    <a:pt x="706" y="960"/>
                  </a:lnTo>
                  <a:lnTo>
                    <a:pt x="490" y="903"/>
                  </a:lnTo>
                  <a:lnTo>
                    <a:pt x="316" y="858"/>
                  </a:lnTo>
                  <a:lnTo>
                    <a:pt x="168" y="812"/>
                  </a:lnTo>
                  <a:lnTo>
                    <a:pt x="60" y="777"/>
                  </a:lnTo>
                  <a:lnTo>
                    <a:pt x="0" y="744"/>
                  </a:lnTo>
                  <a:lnTo>
                    <a:pt x="44" y="0"/>
                  </a:lnTo>
                  <a:lnTo>
                    <a:pt x="308" y="44"/>
                  </a:lnTo>
                  <a:lnTo>
                    <a:pt x="336" y="120"/>
                  </a:lnTo>
                  <a:lnTo>
                    <a:pt x="360" y="260"/>
                  </a:lnTo>
                  <a:lnTo>
                    <a:pt x="385" y="444"/>
                  </a:lnTo>
                  <a:lnTo>
                    <a:pt x="423" y="629"/>
                  </a:lnTo>
                  <a:lnTo>
                    <a:pt x="441" y="717"/>
                  </a:lnTo>
                  <a:lnTo>
                    <a:pt x="481" y="760"/>
                  </a:lnTo>
                  <a:lnTo>
                    <a:pt x="528" y="783"/>
                  </a:lnTo>
                  <a:lnTo>
                    <a:pt x="634" y="802"/>
                  </a:lnTo>
                  <a:lnTo>
                    <a:pt x="879" y="835"/>
                  </a:lnTo>
                  <a:lnTo>
                    <a:pt x="1114" y="869"/>
                  </a:lnTo>
                  <a:lnTo>
                    <a:pt x="1344" y="903"/>
                  </a:lnTo>
                  <a:lnTo>
                    <a:pt x="1628" y="927"/>
                  </a:lnTo>
                  <a:lnTo>
                    <a:pt x="1848" y="946"/>
                  </a:lnTo>
                  <a:lnTo>
                    <a:pt x="2100" y="954"/>
                  </a:lnTo>
                  <a:lnTo>
                    <a:pt x="2271" y="956"/>
                  </a:lnTo>
                  <a:lnTo>
                    <a:pt x="2448" y="965"/>
                  </a:lnTo>
                  <a:lnTo>
                    <a:pt x="2592" y="975"/>
                  </a:lnTo>
                  <a:lnTo>
                    <a:pt x="2668" y="984"/>
                  </a:lnTo>
                  <a:lnTo>
                    <a:pt x="2743" y="1002"/>
                  </a:lnTo>
                  <a:lnTo>
                    <a:pt x="2913" y="1047"/>
                  </a:lnTo>
                  <a:lnTo>
                    <a:pt x="3096" y="1116"/>
                  </a:lnTo>
                  <a:lnTo>
                    <a:pt x="3245" y="1191"/>
                  </a:lnTo>
                  <a:lnTo>
                    <a:pt x="3360" y="1258"/>
                  </a:lnTo>
                  <a:lnTo>
                    <a:pt x="3524" y="1359"/>
                  </a:lnTo>
                  <a:lnTo>
                    <a:pt x="3639" y="1445"/>
                  </a:lnTo>
                  <a:lnTo>
                    <a:pt x="3702" y="1501"/>
                  </a:lnTo>
                  <a:lnTo>
                    <a:pt x="3747" y="1549"/>
                  </a:lnTo>
                  <a:lnTo>
                    <a:pt x="3763" y="1576"/>
                  </a:lnTo>
                  <a:close/>
                </a:path>
              </a:pathLst>
            </a:custGeom>
            <a:solidFill>
              <a:srgbClr val="FFFFFF"/>
            </a:solidFill>
            <a:ln w="762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228C08F2-7F9B-4C5C-BED3-3186EA1F2F6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429794" y="3714749"/>
              <a:ext cx="533400" cy="233363"/>
            </a:xfrm>
            <a:custGeom>
              <a:avLst/>
              <a:gdLst>
                <a:gd name="T0" fmla="*/ 954 w 954"/>
                <a:gd name="T1" fmla="*/ 366 h 477"/>
                <a:gd name="T2" fmla="*/ 937 w 954"/>
                <a:gd name="T3" fmla="*/ 386 h 477"/>
                <a:gd name="T4" fmla="*/ 918 w 954"/>
                <a:gd name="T5" fmla="*/ 401 h 477"/>
                <a:gd name="T6" fmla="*/ 891 w 954"/>
                <a:gd name="T7" fmla="*/ 422 h 477"/>
                <a:gd name="T8" fmla="*/ 870 w 954"/>
                <a:gd name="T9" fmla="*/ 432 h 477"/>
                <a:gd name="T10" fmla="*/ 838 w 954"/>
                <a:gd name="T11" fmla="*/ 446 h 477"/>
                <a:gd name="T12" fmla="*/ 793 w 954"/>
                <a:gd name="T13" fmla="*/ 461 h 477"/>
                <a:gd name="T14" fmla="*/ 741 w 954"/>
                <a:gd name="T15" fmla="*/ 476 h 477"/>
                <a:gd name="T16" fmla="*/ 711 w 954"/>
                <a:gd name="T17" fmla="*/ 477 h 477"/>
                <a:gd name="T18" fmla="*/ 525 w 954"/>
                <a:gd name="T19" fmla="*/ 438 h 477"/>
                <a:gd name="T20" fmla="*/ 370 w 954"/>
                <a:gd name="T21" fmla="*/ 407 h 477"/>
                <a:gd name="T22" fmla="*/ 228 w 954"/>
                <a:gd name="T23" fmla="*/ 365 h 477"/>
                <a:gd name="T24" fmla="*/ 130 w 954"/>
                <a:gd name="T25" fmla="*/ 342 h 477"/>
                <a:gd name="T26" fmla="*/ 88 w 954"/>
                <a:gd name="T27" fmla="*/ 318 h 477"/>
                <a:gd name="T28" fmla="*/ 7 w 954"/>
                <a:gd name="T29" fmla="*/ 110 h 477"/>
                <a:gd name="T30" fmla="*/ 0 w 954"/>
                <a:gd name="T31" fmla="*/ 68 h 477"/>
                <a:gd name="T32" fmla="*/ 1 w 954"/>
                <a:gd name="T33" fmla="*/ 47 h 477"/>
                <a:gd name="T34" fmla="*/ 12 w 954"/>
                <a:gd name="T35" fmla="*/ 26 h 477"/>
                <a:gd name="T36" fmla="*/ 31 w 954"/>
                <a:gd name="T37" fmla="*/ 14 h 477"/>
                <a:gd name="T38" fmla="*/ 49 w 954"/>
                <a:gd name="T39" fmla="*/ 0 h 477"/>
                <a:gd name="T40" fmla="*/ 96 w 954"/>
                <a:gd name="T41" fmla="*/ 5 h 477"/>
                <a:gd name="T42" fmla="*/ 150 w 954"/>
                <a:gd name="T43" fmla="*/ 15 h 477"/>
                <a:gd name="T44" fmla="*/ 226 w 954"/>
                <a:gd name="T45" fmla="*/ 33 h 477"/>
                <a:gd name="T46" fmla="*/ 322 w 954"/>
                <a:gd name="T47" fmla="*/ 54 h 477"/>
                <a:gd name="T48" fmla="*/ 438 w 954"/>
                <a:gd name="T49" fmla="*/ 92 h 477"/>
                <a:gd name="T50" fmla="*/ 535 w 954"/>
                <a:gd name="T51" fmla="*/ 132 h 477"/>
                <a:gd name="T52" fmla="*/ 645 w 954"/>
                <a:gd name="T53" fmla="*/ 185 h 477"/>
                <a:gd name="T54" fmla="*/ 738 w 954"/>
                <a:gd name="T55" fmla="*/ 236 h 477"/>
                <a:gd name="T56" fmla="*/ 795 w 954"/>
                <a:gd name="T57" fmla="*/ 264 h 477"/>
                <a:gd name="T58" fmla="*/ 864 w 954"/>
                <a:gd name="T59" fmla="*/ 305 h 477"/>
                <a:gd name="T60" fmla="*/ 927 w 954"/>
                <a:gd name="T61" fmla="*/ 344 h 477"/>
                <a:gd name="T62" fmla="*/ 954 w 954"/>
                <a:gd name="T63" fmla="*/ 366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54" h="477">
                  <a:moveTo>
                    <a:pt x="954" y="366"/>
                  </a:moveTo>
                  <a:lnTo>
                    <a:pt x="937" y="386"/>
                  </a:lnTo>
                  <a:lnTo>
                    <a:pt x="918" y="401"/>
                  </a:lnTo>
                  <a:lnTo>
                    <a:pt x="891" y="422"/>
                  </a:lnTo>
                  <a:lnTo>
                    <a:pt x="870" y="432"/>
                  </a:lnTo>
                  <a:lnTo>
                    <a:pt x="838" y="446"/>
                  </a:lnTo>
                  <a:lnTo>
                    <a:pt x="793" y="461"/>
                  </a:lnTo>
                  <a:lnTo>
                    <a:pt x="741" y="476"/>
                  </a:lnTo>
                  <a:lnTo>
                    <a:pt x="711" y="477"/>
                  </a:lnTo>
                  <a:lnTo>
                    <a:pt x="525" y="438"/>
                  </a:lnTo>
                  <a:lnTo>
                    <a:pt x="370" y="407"/>
                  </a:lnTo>
                  <a:lnTo>
                    <a:pt x="228" y="365"/>
                  </a:lnTo>
                  <a:lnTo>
                    <a:pt x="130" y="342"/>
                  </a:lnTo>
                  <a:lnTo>
                    <a:pt x="88" y="318"/>
                  </a:lnTo>
                  <a:lnTo>
                    <a:pt x="7" y="110"/>
                  </a:lnTo>
                  <a:lnTo>
                    <a:pt x="0" y="68"/>
                  </a:lnTo>
                  <a:lnTo>
                    <a:pt x="1" y="47"/>
                  </a:lnTo>
                  <a:lnTo>
                    <a:pt x="12" y="26"/>
                  </a:lnTo>
                  <a:lnTo>
                    <a:pt x="31" y="14"/>
                  </a:lnTo>
                  <a:lnTo>
                    <a:pt x="49" y="0"/>
                  </a:lnTo>
                  <a:lnTo>
                    <a:pt x="96" y="5"/>
                  </a:lnTo>
                  <a:lnTo>
                    <a:pt x="150" y="15"/>
                  </a:lnTo>
                  <a:lnTo>
                    <a:pt x="226" y="33"/>
                  </a:lnTo>
                  <a:lnTo>
                    <a:pt x="322" y="54"/>
                  </a:lnTo>
                  <a:lnTo>
                    <a:pt x="438" y="92"/>
                  </a:lnTo>
                  <a:lnTo>
                    <a:pt x="535" y="132"/>
                  </a:lnTo>
                  <a:lnTo>
                    <a:pt x="645" y="185"/>
                  </a:lnTo>
                  <a:lnTo>
                    <a:pt x="738" y="236"/>
                  </a:lnTo>
                  <a:lnTo>
                    <a:pt x="795" y="264"/>
                  </a:lnTo>
                  <a:lnTo>
                    <a:pt x="864" y="305"/>
                  </a:lnTo>
                  <a:lnTo>
                    <a:pt x="927" y="344"/>
                  </a:lnTo>
                  <a:lnTo>
                    <a:pt x="954" y="366"/>
                  </a:lnTo>
                  <a:close/>
                </a:path>
              </a:pathLst>
            </a:custGeom>
            <a:gradFill rotWithShape="0">
              <a:gsLst>
                <a:gs pos="0">
                  <a:srgbClr val="FEFEFE"/>
                </a:gs>
                <a:gs pos="100000">
                  <a:srgbClr val="000000"/>
                </a:gs>
              </a:gsLst>
              <a:path path="rect">
                <a:fillToRect l="50000" t="50000" r="50000" b="50000"/>
              </a:path>
            </a:gradFill>
            <a:ln w="762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C2A5D904-BF96-407B-87FF-B0DBEFA143A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693320" y="3768724"/>
              <a:ext cx="71437" cy="138113"/>
            </a:xfrm>
            <a:custGeom>
              <a:avLst/>
              <a:gdLst>
                <a:gd name="T0" fmla="*/ 128 w 128"/>
                <a:gd name="T1" fmla="*/ 0 h 282"/>
                <a:gd name="T2" fmla="*/ 75 w 128"/>
                <a:gd name="T3" fmla="*/ 47 h 282"/>
                <a:gd name="T4" fmla="*/ 47 w 128"/>
                <a:gd name="T5" fmla="*/ 85 h 282"/>
                <a:gd name="T6" fmla="*/ 17 w 128"/>
                <a:gd name="T7" fmla="*/ 154 h 282"/>
                <a:gd name="T8" fmla="*/ 6 w 128"/>
                <a:gd name="T9" fmla="*/ 218 h 282"/>
                <a:gd name="T10" fmla="*/ 0 w 128"/>
                <a:gd name="T11" fmla="*/ 28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282">
                  <a:moveTo>
                    <a:pt x="128" y="0"/>
                  </a:moveTo>
                  <a:lnTo>
                    <a:pt x="75" y="47"/>
                  </a:lnTo>
                  <a:lnTo>
                    <a:pt x="47" y="85"/>
                  </a:lnTo>
                  <a:lnTo>
                    <a:pt x="17" y="154"/>
                  </a:lnTo>
                  <a:lnTo>
                    <a:pt x="6" y="218"/>
                  </a:lnTo>
                  <a:lnTo>
                    <a:pt x="0" y="282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74557BEF-0E1D-4A4A-B84E-AD381C9E1D9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944144" y="3779837"/>
              <a:ext cx="1401762" cy="344487"/>
            </a:xfrm>
            <a:custGeom>
              <a:avLst/>
              <a:gdLst>
                <a:gd name="T0" fmla="*/ 1974 w 2508"/>
                <a:gd name="T1" fmla="*/ 15 h 708"/>
                <a:gd name="T2" fmla="*/ 1269 w 2508"/>
                <a:gd name="T3" fmla="*/ 281 h 708"/>
                <a:gd name="T4" fmla="*/ 390 w 2508"/>
                <a:gd name="T5" fmla="*/ 629 h 708"/>
                <a:gd name="T6" fmla="*/ 155 w 2508"/>
                <a:gd name="T7" fmla="*/ 576 h 708"/>
                <a:gd name="T8" fmla="*/ 46 w 2508"/>
                <a:gd name="T9" fmla="*/ 557 h 708"/>
                <a:gd name="T10" fmla="*/ 0 w 2508"/>
                <a:gd name="T11" fmla="*/ 549 h 708"/>
                <a:gd name="T12" fmla="*/ 333 w 2508"/>
                <a:gd name="T13" fmla="*/ 687 h 708"/>
                <a:gd name="T14" fmla="*/ 456 w 2508"/>
                <a:gd name="T15" fmla="*/ 708 h 708"/>
                <a:gd name="T16" fmla="*/ 746 w 2508"/>
                <a:gd name="T17" fmla="*/ 698 h 708"/>
                <a:gd name="T18" fmla="*/ 996 w 2508"/>
                <a:gd name="T19" fmla="*/ 629 h 708"/>
                <a:gd name="T20" fmla="*/ 1504 w 2508"/>
                <a:gd name="T21" fmla="*/ 478 h 708"/>
                <a:gd name="T22" fmla="*/ 2508 w 2508"/>
                <a:gd name="T23" fmla="*/ 132 h 708"/>
                <a:gd name="T24" fmla="*/ 2451 w 2508"/>
                <a:gd name="T25" fmla="*/ 69 h 708"/>
                <a:gd name="T26" fmla="*/ 2345 w 2508"/>
                <a:gd name="T27" fmla="*/ 23 h 708"/>
                <a:gd name="T28" fmla="*/ 2217 w 2508"/>
                <a:gd name="T29" fmla="*/ 0 h 708"/>
                <a:gd name="T30" fmla="*/ 2079 w 2508"/>
                <a:gd name="T31" fmla="*/ 0 h 708"/>
                <a:gd name="T32" fmla="*/ 1974 w 2508"/>
                <a:gd name="T33" fmla="*/ 15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08" h="708">
                  <a:moveTo>
                    <a:pt x="1974" y="15"/>
                  </a:moveTo>
                  <a:lnTo>
                    <a:pt x="1269" y="281"/>
                  </a:lnTo>
                  <a:lnTo>
                    <a:pt x="390" y="629"/>
                  </a:lnTo>
                  <a:lnTo>
                    <a:pt x="155" y="576"/>
                  </a:lnTo>
                  <a:lnTo>
                    <a:pt x="46" y="557"/>
                  </a:lnTo>
                  <a:lnTo>
                    <a:pt x="0" y="549"/>
                  </a:lnTo>
                  <a:lnTo>
                    <a:pt x="333" y="687"/>
                  </a:lnTo>
                  <a:lnTo>
                    <a:pt x="456" y="708"/>
                  </a:lnTo>
                  <a:lnTo>
                    <a:pt x="746" y="698"/>
                  </a:lnTo>
                  <a:lnTo>
                    <a:pt x="996" y="629"/>
                  </a:lnTo>
                  <a:lnTo>
                    <a:pt x="1504" y="478"/>
                  </a:lnTo>
                  <a:lnTo>
                    <a:pt x="2508" y="132"/>
                  </a:lnTo>
                  <a:lnTo>
                    <a:pt x="2451" y="69"/>
                  </a:lnTo>
                  <a:lnTo>
                    <a:pt x="2345" y="23"/>
                  </a:lnTo>
                  <a:lnTo>
                    <a:pt x="2217" y="0"/>
                  </a:lnTo>
                  <a:lnTo>
                    <a:pt x="2079" y="0"/>
                  </a:lnTo>
                  <a:lnTo>
                    <a:pt x="1974" y="15"/>
                  </a:lnTo>
                  <a:close/>
                </a:path>
              </a:pathLst>
            </a:custGeom>
            <a:gradFill rotWithShape="0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10800000" scaled="1"/>
            </a:gradFill>
            <a:ln w="762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166CE0A3-AA05-4CFE-8DA5-6AA4381A553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68095" y="3165473"/>
              <a:ext cx="490537" cy="166688"/>
            </a:xfrm>
            <a:custGeom>
              <a:avLst/>
              <a:gdLst>
                <a:gd name="T0" fmla="*/ 0 w 879"/>
                <a:gd name="T1" fmla="*/ 297 h 342"/>
                <a:gd name="T2" fmla="*/ 318 w 879"/>
                <a:gd name="T3" fmla="*/ 153 h 342"/>
                <a:gd name="T4" fmla="*/ 369 w 879"/>
                <a:gd name="T5" fmla="*/ 132 h 342"/>
                <a:gd name="T6" fmla="*/ 717 w 879"/>
                <a:gd name="T7" fmla="*/ 0 h 342"/>
                <a:gd name="T8" fmla="*/ 831 w 879"/>
                <a:gd name="T9" fmla="*/ 21 h 342"/>
                <a:gd name="T10" fmla="*/ 870 w 879"/>
                <a:gd name="T11" fmla="*/ 42 h 342"/>
                <a:gd name="T12" fmla="*/ 879 w 879"/>
                <a:gd name="T13" fmla="*/ 72 h 342"/>
                <a:gd name="T14" fmla="*/ 801 w 879"/>
                <a:gd name="T15" fmla="*/ 129 h 342"/>
                <a:gd name="T16" fmla="*/ 657 w 879"/>
                <a:gd name="T17" fmla="*/ 225 h 342"/>
                <a:gd name="T18" fmla="*/ 474 w 879"/>
                <a:gd name="T19" fmla="*/ 276 h 342"/>
                <a:gd name="T20" fmla="*/ 285 w 879"/>
                <a:gd name="T21" fmla="*/ 331 h 342"/>
                <a:gd name="T22" fmla="*/ 219 w 879"/>
                <a:gd name="T23" fmla="*/ 342 h 342"/>
                <a:gd name="T24" fmla="*/ 149 w 879"/>
                <a:gd name="T25" fmla="*/ 341 h 342"/>
                <a:gd name="T26" fmla="*/ 60 w 879"/>
                <a:gd name="T27" fmla="*/ 333 h 342"/>
                <a:gd name="T28" fmla="*/ 0 w 879"/>
                <a:gd name="T29" fmla="*/ 297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9" h="342">
                  <a:moveTo>
                    <a:pt x="0" y="297"/>
                  </a:moveTo>
                  <a:lnTo>
                    <a:pt x="318" y="153"/>
                  </a:lnTo>
                  <a:lnTo>
                    <a:pt x="369" y="132"/>
                  </a:lnTo>
                  <a:lnTo>
                    <a:pt x="717" y="0"/>
                  </a:lnTo>
                  <a:lnTo>
                    <a:pt x="831" y="21"/>
                  </a:lnTo>
                  <a:lnTo>
                    <a:pt x="870" y="42"/>
                  </a:lnTo>
                  <a:lnTo>
                    <a:pt x="879" y="72"/>
                  </a:lnTo>
                  <a:lnTo>
                    <a:pt x="801" y="129"/>
                  </a:lnTo>
                  <a:lnTo>
                    <a:pt x="657" y="225"/>
                  </a:lnTo>
                  <a:lnTo>
                    <a:pt x="474" y="276"/>
                  </a:lnTo>
                  <a:lnTo>
                    <a:pt x="285" y="331"/>
                  </a:lnTo>
                  <a:lnTo>
                    <a:pt x="219" y="342"/>
                  </a:lnTo>
                  <a:lnTo>
                    <a:pt x="149" y="341"/>
                  </a:lnTo>
                  <a:lnTo>
                    <a:pt x="60" y="333"/>
                  </a:lnTo>
                  <a:lnTo>
                    <a:pt x="0" y="297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DBDBDB"/>
                </a:gs>
                <a:gs pos="100000">
                  <a:srgbClr val="FFFFFF"/>
                </a:gs>
              </a:gsLst>
              <a:lin ang="10800000" scaled="1"/>
            </a:gradFill>
            <a:ln w="762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E30017E4-C572-4566-BF45-570FF467013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95082" y="4046537"/>
              <a:ext cx="250825" cy="77787"/>
            </a:xfrm>
            <a:custGeom>
              <a:avLst/>
              <a:gdLst>
                <a:gd name="T0" fmla="*/ 0 w 449"/>
                <a:gd name="T1" fmla="*/ 0 h 160"/>
                <a:gd name="T2" fmla="*/ 96 w 449"/>
                <a:gd name="T3" fmla="*/ 19 h 160"/>
                <a:gd name="T4" fmla="*/ 449 w 449"/>
                <a:gd name="T5" fmla="*/ 160 h 160"/>
                <a:gd name="T6" fmla="*/ 330 w 449"/>
                <a:gd name="T7" fmla="*/ 138 h 160"/>
                <a:gd name="T8" fmla="*/ 0 w 449"/>
                <a:gd name="T9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9" h="160">
                  <a:moveTo>
                    <a:pt x="0" y="0"/>
                  </a:moveTo>
                  <a:lnTo>
                    <a:pt x="96" y="19"/>
                  </a:lnTo>
                  <a:lnTo>
                    <a:pt x="449" y="160"/>
                  </a:lnTo>
                  <a:lnTo>
                    <a:pt x="330" y="13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F0F0F"/>
                </a:gs>
                <a:gs pos="100000">
                  <a:srgbClr val="FFFFFF"/>
                </a:gs>
              </a:gsLst>
              <a:lin ang="5400000" scaled="1"/>
            </a:gradFill>
            <a:ln w="762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792C8BB5-E945-4646-959E-11895FE1F3F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29982" y="4086224"/>
              <a:ext cx="193675" cy="30163"/>
            </a:xfrm>
            <a:custGeom>
              <a:avLst/>
              <a:gdLst>
                <a:gd name="T0" fmla="*/ 0 w 347"/>
                <a:gd name="T1" fmla="*/ 0 h 63"/>
                <a:gd name="T2" fmla="*/ 118 w 347"/>
                <a:gd name="T3" fmla="*/ 1 h 63"/>
                <a:gd name="T4" fmla="*/ 214 w 347"/>
                <a:gd name="T5" fmla="*/ 17 h 63"/>
                <a:gd name="T6" fmla="*/ 287 w 347"/>
                <a:gd name="T7" fmla="*/ 42 h 63"/>
                <a:gd name="T8" fmla="*/ 347 w 347"/>
                <a:gd name="T9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63">
                  <a:moveTo>
                    <a:pt x="0" y="0"/>
                  </a:moveTo>
                  <a:lnTo>
                    <a:pt x="118" y="1"/>
                  </a:lnTo>
                  <a:lnTo>
                    <a:pt x="214" y="17"/>
                  </a:lnTo>
                  <a:lnTo>
                    <a:pt x="287" y="42"/>
                  </a:lnTo>
                  <a:lnTo>
                    <a:pt x="347" y="63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6674287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401</TotalTime>
  <Words>55</Words>
  <Application>Microsoft Office PowerPoint</Application>
  <PresentationFormat>Custom</PresentationFormat>
  <Paragraphs>47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Arial Black</vt:lpstr>
      <vt:lpstr>Calibri</vt:lpstr>
      <vt:lpstr>Cantarell</vt:lpstr>
      <vt:lpstr>Liberation Sans</vt:lpstr>
      <vt:lpstr>Liberation Serif</vt:lpstr>
      <vt:lpstr>Noto Sans</vt:lpstr>
      <vt:lpstr>Source Sans Pro</vt:lpstr>
      <vt:lpstr>Source Sans Pro Black</vt:lpstr>
      <vt:lpstr>Default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techwinder</dc:creator>
  <cp:lastModifiedBy>André Deperrois</cp:lastModifiedBy>
  <cp:revision>98</cp:revision>
  <dcterms:created xsi:type="dcterms:W3CDTF">2018-09-19T10:55:52Z</dcterms:created>
  <dcterms:modified xsi:type="dcterms:W3CDTF">2020-04-05T08:37:38Z</dcterms:modified>
</cp:coreProperties>
</file>